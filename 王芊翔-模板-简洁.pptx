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theme/themeOverride12.xml" ContentType="application/vnd.openxmlformats-officedocument.themeOverride+xml"/>
  <Override PartName="/ppt/theme/themeOverride13.xml" ContentType="application/vnd.openxmlformats-officedocument.themeOverride+xml"/>
  <Override PartName="/ppt/theme/themeOverride14.xml" ContentType="application/vnd.openxmlformats-officedocument.themeOverride+xml"/>
  <Override PartName="/ppt/theme/themeOverride15.xml" ContentType="application/vnd.openxmlformats-officedocument.themeOverride+xml"/>
  <Override PartName="/ppt/theme/themeOverride16.xml" ContentType="application/vnd.openxmlformats-officedocument.themeOverride+xml"/>
  <Override PartName="/ppt/theme/themeOverride17.xml" ContentType="application/vnd.openxmlformats-officedocument.themeOverride+xml"/>
  <Override PartName="/ppt/theme/themeOverride18.xml" ContentType="application/vnd.openxmlformats-officedocument.themeOverride+xml"/>
  <Override PartName="/ppt/theme/themeOverride19.xml" ContentType="application/vnd.openxmlformats-officedocument.themeOverride+xml"/>
  <Override PartName="/ppt/theme/themeOverride20.xml" ContentType="application/vnd.openxmlformats-officedocument.themeOverride+xml"/>
  <Override PartName="/ppt/theme/themeOverride21.xml" ContentType="application/vnd.openxmlformats-officedocument.themeOverride+xml"/>
  <Override PartName="/ppt/theme/themeOverride22.xml" ContentType="application/vnd.openxmlformats-officedocument.themeOverrid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62" r:id="rId3"/>
    <p:sldId id="301" r:id="rId4"/>
    <p:sldId id="307" r:id="rId5"/>
    <p:sldId id="293" r:id="rId6"/>
    <p:sldId id="306" r:id="rId7"/>
    <p:sldId id="309" r:id="rId8"/>
    <p:sldId id="310" r:id="rId9"/>
    <p:sldId id="295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PT模板" id="{94DBDC0D-8C96-4485-A02F-52A97818544E}">
          <p14:sldIdLst>
            <p14:sldId id="256"/>
            <p14:sldId id="262"/>
          </p14:sldIdLst>
        </p14:section>
        <p14:section name="背景" id="{7401C20F-2086-4AC4-8E8A-D95A0C3ED480}">
          <p14:sldIdLst>
            <p14:sldId id="301"/>
            <p14:sldId id="307"/>
          </p14:sldIdLst>
        </p14:section>
        <p14:section name="实验设置" id="{35EDFD12-83CC-48C7-A0D3-E295906731CC}">
          <p14:sldIdLst>
            <p14:sldId id="293"/>
            <p14:sldId id="306"/>
          </p14:sldIdLst>
        </p14:section>
        <p14:section name="结果讨论" id="{41AF461F-36D5-406A-80F7-7E3509578856}">
          <p14:sldIdLst>
            <p14:sldId id="309"/>
            <p14:sldId id="310"/>
          </p14:sldIdLst>
        </p14:section>
        <p14:section name="感谢倾听" id="{44602165-DDD2-45D1-AEEE-21E1A8459918}">
          <p14:sldIdLst>
            <p14:sldId id="295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8CC4B"/>
    <a:srgbClr val="FF8900"/>
    <a:srgbClr val="F8C105"/>
    <a:srgbClr val="699F8C"/>
    <a:srgbClr val="C9C828"/>
    <a:srgbClr val="4472C4"/>
    <a:srgbClr val="FFFFD9"/>
    <a:srgbClr val="E2F0D9"/>
    <a:srgbClr val="DCFFAB"/>
    <a:srgbClr val="CC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61" autoAdjust="0"/>
    <p:restoredTop sz="94660"/>
  </p:normalViewPr>
  <p:slideViewPr>
    <p:cSldViewPr snapToGrid="0">
      <p:cViewPr varScale="1">
        <p:scale>
          <a:sx n="82" d="100"/>
          <a:sy n="82" d="100"/>
        </p:scale>
        <p:origin x="251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2" d="100"/>
          <a:sy n="72" d="100"/>
        </p:scale>
        <p:origin x="3524" y="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B400C3-5B65-4E77-B0DA-7C9AE212EEA9}" type="datetimeFigureOut">
              <a:rPr lang="zh-CN" altLang="en-US" smtClean="0"/>
              <a:t>2025/12/31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B52089-9A50-4C82-AC28-89F19D3E3D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45549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B52089-9A50-4C82-AC28-89F19D3E3D2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90023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3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4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5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6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7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8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9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0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3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4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5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6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7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8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9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0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gradFill>
          <a:gsLst>
            <a:gs pos="0">
              <a:srgbClr val="FFFFD9"/>
            </a:gs>
            <a:gs pos="100000">
              <a:srgbClr val="E2F0D9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6A4443-3F7D-7927-B752-01C4156E14A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74803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lang="zh-CN" altLang="en-US" sz="6000" b="1" kern="12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1pPr>
          </a:lstStyle>
          <a:p>
            <a:r>
              <a:rPr lang="zh-CN" altLang="en-US" dirty="0"/>
              <a:t>单击此处添加总标题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8C5FEB8-359B-E306-AB16-65551493E0C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4452182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zh-CN" altLang="en-US" sz="2400" b="1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单击此处添加作者、单位、汇报时间</a:t>
            </a:r>
          </a:p>
        </p:txBody>
      </p:sp>
      <p:cxnSp>
        <p:nvCxnSpPr>
          <p:cNvPr id="16" name="直接连接符 4">
            <a:extLst>
              <a:ext uri="{FF2B5EF4-FFF2-40B4-BE49-F238E27FC236}">
                <a16:creationId xmlns:a16="http://schemas.microsoft.com/office/drawing/2014/main" id="{228E0AD8-D0B5-A289-5B63-1FFA9C8BB340}"/>
              </a:ext>
            </a:extLst>
          </p:cNvPr>
          <p:cNvCxnSpPr>
            <a:cxnSpLocks/>
          </p:cNvCxnSpPr>
          <p:nvPr userDrawn="1"/>
        </p:nvCxnSpPr>
        <p:spPr>
          <a:xfrm>
            <a:off x="3106524" y="4239538"/>
            <a:ext cx="5924718" cy="0"/>
          </a:xfrm>
          <a:prstGeom prst="line">
            <a:avLst/>
          </a:prstGeom>
          <a:ln w="25400">
            <a:gradFill flip="none" rotWithShape="1">
              <a:gsLst>
                <a:gs pos="99000">
                  <a:srgbClr val="FF0000"/>
                </a:gs>
                <a:gs pos="21000">
                  <a:srgbClr val="4472C4"/>
                </a:gs>
                <a:gs pos="51000">
                  <a:srgbClr val="92D050"/>
                </a:gs>
                <a:gs pos="76000">
                  <a:srgbClr val="FFC00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93940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标题">
    <p:bg>
      <p:bgPr>
        <a:gradFill>
          <a:gsLst>
            <a:gs pos="0">
              <a:srgbClr val="FFFFD9"/>
            </a:gs>
            <a:gs pos="100000">
              <a:srgbClr val="E2F0D9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699CBEA3-333B-0443-8FCD-71A01E86B2C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5432" y="0"/>
            <a:ext cx="6846568" cy="685800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EAD0A09C-8AA6-458B-D7BD-643D8C1EDD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单击此处添加章标题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FA79FAF-4AB7-32A5-36DB-F52DF97A1D7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单击此处添加英文章标题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5CA8E77B-E50F-09C9-FF5A-CC0951BB3BEF}"/>
              </a:ext>
            </a:extLst>
          </p:cNvPr>
          <p:cNvCxnSpPr>
            <a:cxnSpLocks/>
          </p:cNvCxnSpPr>
          <p:nvPr userDrawn="1"/>
        </p:nvCxnSpPr>
        <p:spPr>
          <a:xfrm>
            <a:off x="921026" y="4589463"/>
            <a:ext cx="4049808" cy="0"/>
          </a:xfrm>
          <a:prstGeom prst="line">
            <a:avLst/>
          </a:prstGeom>
          <a:ln w="25400">
            <a:gradFill flip="none" rotWithShape="1">
              <a:gsLst>
                <a:gs pos="99000">
                  <a:srgbClr val="FF0000"/>
                </a:gs>
                <a:gs pos="21000">
                  <a:srgbClr val="4472C4"/>
                </a:gs>
                <a:gs pos="51000">
                  <a:srgbClr val="92D050"/>
                </a:gs>
                <a:gs pos="76000">
                  <a:srgbClr val="FFC00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82141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gradFill>
          <a:gsLst>
            <a:gs pos="0">
              <a:srgbClr val="FFFFD9"/>
            </a:gs>
            <a:gs pos="100000">
              <a:srgbClr val="E2F0D9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A214EE41-1382-111D-D838-41451C2E40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5"/>
            <a:ext cx="10787270" cy="58967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zh-CN" altLang="en-US" sz="3200" b="1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单击此处添加节标题</a:t>
            </a: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A9955DDC-A6E3-69B5-FAF3-62A7BDEB7883}"/>
              </a:ext>
            </a:extLst>
          </p:cNvPr>
          <p:cNvCxnSpPr>
            <a:cxnSpLocks/>
          </p:cNvCxnSpPr>
          <p:nvPr userDrawn="1"/>
        </p:nvCxnSpPr>
        <p:spPr>
          <a:xfrm>
            <a:off x="0" y="589708"/>
            <a:ext cx="12192000" cy="0"/>
          </a:xfrm>
          <a:prstGeom prst="line">
            <a:avLst/>
          </a:prstGeom>
          <a:ln w="25400">
            <a:gradFill flip="none" rotWithShape="1">
              <a:gsLst>
                <a:gs pos="100000">
                  <a:srgbClr val="FF0000"/>
                </a:gs>
                <a:gs pos="45000">
                  <a:srgbClr val="4472C4"/>
                </a:gs>
                <a:gs pos="68000">
                  <a:srgbClr val="92D050"/>
                </a:gs>
                <a:gs pos="84000">
                  <a:srgbClr val="FFC00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图片 18">
            <a:extLst>
              <a:ext uri="{FF2B5EF4-FFF2-40B4-BE49-F238E27FC236}">
                <a16:creationId xmlns:a16="http://schemas.microsoft.com/office/drawing/2014/main" id="{F50490F3-D33F-B279-D1AC-C6624C4E317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7270" y="0"/>
            <a:ext cx="959181" cy="960782"/>
          </a:xfrm>
          <a:prstGeom prst="rect">
            <a:avLst/>
          </a:prstGeom>
        </p:spPr>
      </p:pic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7E91159-9D75-5768-2721-3FE612BD75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5591" y="6356350"/>
            <a:ext cx="3405809" cy="365125"/>
          </a:xfrm>
          <a:prstGeom prst="rect">
            <a:avLst/>
          </a:prstGeom>
        </p:spPr>
        <p:txBody>
          <a:bodyPr/>
          <a:lstStyle>
            <a:lvl1pPr>
              <a:defRPr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913FDBA-D011-4A12-B987-F96FF7FE29E7}" type="datetime1">
              <a:rPr lang="zh-CN" altLang="en-US" smtClean="0"/>
              <a:pPr/>
              <a:t>2025/12/31</a:t>
            </a:fld>
            <a:endParaRPr lang="zh-CN" altLang="en-US" dirty="0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9E167A2-DCFF-B596-DFBD-EFAA38FAE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13CFAB6-23CA-707C-789F-0AAE1AD91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356350"/>
            <a:ext cx="3405809" cy="365125"/>
          </a:xfrm>
          <a:prstGeom prst="rect">
            <a:avLst/>
          </a:prstGeom>
        </p:spPr>
        <p:txBody>
          <a:bodyPr/>
          <a:lstStyle>
            <a:lvl1pPr algn="r">
              <a:defRPr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39EF595-E8D9-4A93-A825-2C2446B05F6B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B150CB47-1BB0-0296-B50B-CFC6780CBE4C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75591" y="769095"/>
            <a:ext cx="11840817" cy="541495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lang="zh-CN" altLang="en-US" sz="2400" kern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>
              <a:lnSpc>
                <a:spcPct val="100000"/>
              </a:lnSpc>
              <a:spcBef>
                <a:spcPts val="1200"/>
              </a:spcBef>
              <a:defRPr sz="20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2pPr>
            <a:lvl3pPr>
              <a:lnSpc>
                <a:spcPct val="100000"/>
              </a:lnSpc>
              <a:spcBef>
                <a:spcPts val="1200"/>
              </a:spcBef>
              <a:defRPr sz="1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3pPr>
            <a:lvl4pPr>
              <a:lnSpc>
                <a:spcPct val="100000"/>
              </a:lnSpc>
              <a:spcBef>
                <a:spcPts val="1200"/>
              </a:spcBef>
              <a:defRPr sz="1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4pPr>
            <a:lvl5pPr>
              <a:lnSpc>
                <a:spcPct val="100000"/>
              </a:lnSpc>
              <a:spcBef>
                <a:spcPts val="1200"/>
              </a:spcBef>
              <a:defRPr sz="1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dirty="0"/>
              <a:t>一级内容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7473717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-彩">
    <p:bg>
      <p:bgPr>
        <a:gradFill>
          <a:gsLst>
            <a:gs pos="0">
              <a:srgbClr val="FFFFD9"/>
            </a:gs>
            <a:gs pos="100000">
              <a:srgbClr val="E2F0D9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A214EE41-1382-111D-D838-41451C2E40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5"/>
            <a:ext cx="10787270" cy="58967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zh-CN" altLang="en-US" sz="3200" b="1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单击此处添加节标题</a:t>
            </a: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A9955DDC-A6E3-69B5-FAF3-62A7BDEB7883}"/>
              </a:ext>
            </a:extLst>
          </p:cNvPr>
          <p:cNvCxnSpPr>
            <a:cxnSpLocks/>
          </p:cNvCxnSpPr>
          <p:nvPr userDrawn="1"/>
        </p:nvCxnSpPr>
        <p:spPr>
          <a:xfrm>
            <a:off x="0" y="589708"/>
            <a:ext cx="12192000" cy="0"/>
          </a:xfrm>
          <a:prstGeom prst="line">
            <a:avLst/>
          </a:prstGeom>
          <a:ln w="25400">
            <a:gradFill flip="none" rotWithShape="1">
              <a:gsLst>
                <a:gs pos="100000">
                  <a:srgbClr val="FF0000"/>
                </a:gs>
                <a:gs pos="45000">
                  <a:srgbClr val="4472C4"/>
                </a:gs>
                <a:gs pos="68000">
                  <a:srgbClr val="92D050"/>
                </a:gs>
                <a:gs pos="84000">
                  <a:srgbClr val="FFC00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图片 18">
            <a:extLst>
              <a:ext uri="{FF2B5EF4-FFF2-40B4-BE49-F238E27FC236}">
                <a16:creationId xmlns:a16="http://schemas.microsoft.com/office/drawing/2014/main" id="{F50490F3-D33F-B279-D1AC-C6624C4E317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7270" y="0"/>
            <a:ext cx="959181" cy="960782"/>
          </a:xfrm>
          <a:prstGeom prst="rect">
            <a:avLst/>
          </a:prstGeom>
        </p:spPr>
      </p:pic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7E91159-9D75-5768-2721-3FE612BD75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5591" y="6356350"/>
            <a:ext cx="3405809" cy="365125"/>
          </a:xfrm>
          <a:prstGeom prst="rect">
            <a:avLst/>
          </a:prstGeom>
        </p:spPr>
        <p:txBody>
          <a:bodyPr/>
          <a:lstStyle>
            <a:lvl1pPr>
              <a:defRPr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913FDBA-D011-4A12-B987-F96FF7FE29E7}" type="datetime1">
              <a:rPr lang="zh-CN" altLang="en-US" smtClean="0"/>
              <a:pPr/>
              <a:t>2025/12/31</a:t>
            </a:fld>
            <a:endParaRPr lang="zh-CN" altLang="en-US" dirty="0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9E167A2-DCFF-B596-DFBD-EFAA38FAE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13CFAB6-23CA-707C-789F-0AAE1AD91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356350"/>
            <a:ext cx="3405809" cy="365125"/>
          </a:xfrm>
          <a:prstGeom prst="rect">
            <a:avLst/>
          </a:prstGeom>
        </p:spPr>
        <p:txBody>
          <a:bodyPr/>
          <a:lstStyle>
            <a:lvl1pPr algn="r">
              <a:defRPr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39EF595-E8D9-4A93-A825-2C2446B05F6B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B150CB47-1BB0-0296-B50B-CFC6780CBE4C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75591" y="769095"/>
            <a:ext cx="11840817" cy="5414955"/>
          </a:xfrm>
          <a:prstGeom prst="rect">
            <a:avLst/>
          </a:prstGeom>
          <a:ln w="25400">
            <a:gradFill>
              <a:gsLst>
                <a:gs pos="45000">
                  <a:srgbClr val="4472C4"/>
                </a:gs>
                <a:gs pos="68000">
                  <a:srgbClr val="92D050"/>
                </a:gs>
                <a:gs pos="84000">
                  <a:srgbClr val="FFC000"/>
                </a:gs>
                <a:gs pos="100000">
                  <a:srgbClr val="FF0000"/>
                </a:gs>
              </a:gsLst>
              <a:lin ang="6600000" scaled="0"/>
            </a:gra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lang="zh-CN" altLang="en-US" sz="24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>
              <a:lnSpc>
                <a:spcPct val="100000"/>
              </a:lnSpc>
              <a:spcBef>
                <a:spcPts val="1200"/>
              </a:spcBef>
              <a:def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2pPr>
            <a:lvl3pPr>
              <a:lnSpc>
                <a:spcPct val="100000"/>
              </a:lnSpc>
              <a:spcBef>
                <a:spcPts val="1200"/>
              </a:spcBef>
              <a:defRPr lang="zh-CN" altLang="en-US" sz="1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3pPr>
            <a:lvl4pPr>
              <a:lnSpc>
                <a:spcPct val="100000"/>
              </a:lnSpc>
              <a:spcBef>
                <a:spcPts val="1200"/>
              </a:spcBef>
              <a:def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4pPr>
            <a:lvl5pPr>
              <a:lnSpc>
                <a:spcPct val="100000"/>
              </a:lnSpc>
              <a:spcBef>
                <a:spcPts val="1200"/>
              </a:spcBef>
              <a:def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5pPr>
          </a:lstStyle>
          <a:p>
            <a:pPr lvl="0">
              <a:lnSpc>
                <a:spcPct val="100000"/>
              </a:lnSpc>
              <a:spcBef>
                <a:spcPts val="1200"/>
              </a:spcBef>
            </a:pPr>
            <a:r>
              <a:rPr lang="zh-CN" altLang="en-US" dirty="0"/>
              <a:t>一级内容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zh-CN" altLang="en-US" dirty="0"/>
              <a:t>二级</a:t>
            </a:r>
          </a:p>
          <a:p>
            <a:pPr lvl="2">
              <a:lnSpc>
                <a:spcPct val="100000"/>
              </a:lnSpc>
              <a:spcBef>
                <a:spcPts val="1200"/>
              </a:spcBef>
            </a:pPr>
            <a:r>
              <a:rPr lang="zh-CN" altLang="en-US" dirty="0"/>
              <a:t>三级</a:t>
            </a:r>
          </a:p>
          <a:p>
            <a:pPr lvl="3">
              <a:lnSpc>
                <a:spcPct val="100000"/>
              </a:lnSpc>
              <a:spcBef>
                <a:spcPts val="1200"/>
              </a:spcBef>
            </a:pPr>
            <a:r>
              <a:rPr lang="zh-CN" altLang="en-US" dirty="0"/>
              <a:t>四级</a:t>
            </a:r>
          </a:p>
          <a:p>
            <a:pPr lvl="4">
              <a:lnSpc>
                <a:spcPct val="100000"/>
              </a:lnSpc>
              <a:spcBef>
                <a:spcPts val="1200"/>
              </a:spcBef>
            </a:pPr>
            <a:r>
              <a:rPr lang="zh-CN" altLang="en-US" dirty="0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22259989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+摘要">
    <p:bg>
      <p:bgPr>
        <a:gradFill>
          <a:gsLst>
            <a:gs pos="0">
              <a:srgbClr val="FFFFD9"/>
            </a:gs>
            <a:gs pos="100000">
              <a:srgbClr val="E2F0D9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A214EE41-1382-111D-D838-41451C2E40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5"/>
            <a:ext cx="10787270" cy="58967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zh-CN" altLang="en-US" sz="3200" b="1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单击此处添加节标题</a:t>
            </a: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A9955DDC-A6E3-69B5-FAF3-62A7BDEB7883}"/>
              </a:ext>
            </a:extLst>
          </p:cNvPr>
          <p:cNvCxnSpPr>
            <a:cxnSpLocks/>
          </p:cNvCxnSpPr>
          <p:nvPr userDrawn="1"/>
        </p:nvCxnSpPr>
        <p:spPr>
          <a:xfrm>
            <a:off x="0" y="589708"/>
            <a:ext cx="12192000" cy="0"/>
          </a:xfrm>
          <a:prstGeom prst="line">
            <a:avLst/>
          </a:prstGeom>
          <a:ln w="25400">
            <a:gradFill flip="none" rotWithShape="1">
              <a:gsLst>
                <a:gs pos="100000">
                  <a:srgbClr val="FF0000"/>
                </a:gs>
                <a:gs pos="45000">
                  <a:srgbClr val="4472C4"/>
                </a:gs>
                <a:gs pos="68000">
                  <a:srgbClr val="92D050"/>
                </a:gs>
                <a:gs pos="84000">
                  <a:srgbClr val="FFC00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图片 18">
            <a:extLst>
              <a:ext uri="{FF2B5EF4-FFF2-40B4-BE49-F238E27FC236}">
                <a16:creationId xmlns:a16="http://schemas.microsoft.com/office/drawing/2014/main" id="{F50490F3-D33F-B279-D1AC-C6624C4E317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7270" y="0"/>
            <a:ext cx="959181" cy="960782"/>
          </a:xfrm>
          <a:prstGeom prst="rect">
            <a:avLst/>
          </a:prstGeom>
        </p:spPr>
      </p:pic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7E91159-9D75-5768-2721-3FE612BD75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5591" y="6356350"/>
            <a:ext cx="3405809" cy="365125"/>
          </a:xfrm>
          <a:prstGeom prst="rect">
            <a:avLst/>
          </a:prstGeom>
        </p:spPr>
        <p:txBody>
          <a:bodyPr/>
          <a:lstStyle>
            <a:lvl1pPr>
              <a:defRPr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913FDBA-D011-4A12-B987-F96FF7FE29E7}" type="datetime1">
              <a:rPr lang="zh-CN" altLang="en-US" smtClean="0"/>
              <a:pPr/>
              <a:t>2025/12/31</a:t>
            </a:fld>
            <a:endParaRPr lang="zh-CN" altLang="en-US" dirty="0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9E167A2-DCFF-B596-DFBD-EFAA38FAE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13CFAB6-23CA-707C-789F-0AAE1AD91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356350"/>
            <a:ext cx="3405809" cy="365125"/>
          </a:xfrm>
          <a:prstGeom prst="rect">
            <a:avLst/>
          </a:prstGeom>
        </p:spPr>
        <p:txBody>
          <a:bodyPr/>
          <a:lstStyle>
            <a:lvl1pPr algn="r">
              <a:defRPr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39EF595-E8D9-4A93-A825-2C2446B05F6B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88DD8FC3-35C8-F03E-E0E3-AB963E3D78CC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175590" y="2017986"/>
            <a:ext cx="11840817" cy="41660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lang="zh-CN" altLang="en-US" sz="2400" kern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>
              <a:lnSpc>
                <a:spcPct val="100000"/>
              </a:lnSpc>
              <a:spcBef>
                <a:spcPts val="1200"/>
              </a:spcBef>
              <a:defRPr sz="20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2pPr>
            <a:lvl3pPr>
              <a:lnSpc>
                <a:spcPct val="100000"/>
              </a:lnSpc>
              <a:spcBef>
                <a:spcPts val="1200"/>
              </a:spcBef>
              <a:defRPr sz="1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3pPr>
            <a:lvl4pPr>
              <a:lnSpc>
                <a:spcPct val="100000"/>
              </a:lnSpc>
              <a:spcBef>
                <a:spcPts val="1200"/>
              </a:spcBef>
              <a:defRPr sz="1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4pPr>
            <a:lvl5pPr>
              <a:lnSpc>
                <a:spcPct val="100000"/>
              </a:lnSpc>
              <a:spcBef>
                <a:spcPts val="1200"/>
              </a:spcBef>
              <a:defRPr sz="1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dirty="0"/>
              <a:t>一级内容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BA95054-D69C-B5E1-2EDA-66801C6F89A7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75591" y="769096"/>
            <a:ext cx="11840817" cy="111341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lang="zh-CN" altLang="en-US" sz="2400" kern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>
              <a:lnSpc>
                <a:spcPct val="100000"/>
              </a:lnSpc>
              <a:spcBef>
                <a:spcPts val="1200"/>
              </a:spcBef>
              <a:buNone/>
              <a:defRPr sz="20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2pPr>
            <a:lvl3pPr>
              <a:lnSpc>
                <a:spcPct val="100000"/>
              </a:lnSpc>
              <a:spcBef>
                <a:spcPts val="1200"/>
              </a:spcBef>
              <a:defRPr sz="1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3pPr>
            <a:lvl4pPr>
              <a:lnSpc>
                <a:spcPct val="100000"/>
              </a:lnSpc>
              <a:spcBef>
                <a:spcPts val="1200"/>
              </a:spcBef>
              <a:defRPr sz="1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4pPr>
            <a:lvl5pPr>
              <a:lnSpc>
                <a:spcPct val="100000"/>
              </a:lnSpc>
              <a:spcBef>
                <a:spcPts val="1200"/>
              </a:spcBef>
              <a:defRPr sz="1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dirty="0"/>
              <a:t>摘要</a:t>
            </a:r>
          </a:p>
        </p:txBody>
      </p:sp>
    </p:spTree>
    <p:extLst>
      <p:ext uri="{BB962C8B-B14F-4D97-AF65-F5344CB8AC3E}">
        <p14:creationId xmlns:p14="http://schemas.microsoft.com/office/powerpoint/2010/main" val="17655700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+摘要-彩">
    <p:bg>
      <p:bgPr>
        <a:gradFill>
          <a:gsLst>
            <a:gs pos="0">
              <a:srgbClr val="FFFFD9"/>
            </a:gs>
            <a:gs pos="100000">
              <a:srgbClr val="E2F0D9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A214EE41-1382-111D-D838-41451C2E40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5"/>
            <a:ext cx="10787270" cy="58967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zh-CN" altLang="en-US" sz="3200" b="1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单击此处添加节标题</a:t>
            </a: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A9955DDC-A6E3-69B5-FAF3-62A7BDEB7883}"/>
              </a:ext>
            </a:extLst>
          </p:cNvPr>
          <p:cNvCxnSpPr>
            <a:cxnSpLocks/>
          </p:cNvCxnSpPr>
          <p:nvPr userDrawn="1"/>
        </p:nvCxnSpPr>
        <p:spPr>
          <a:xfrm>
            <a:off x="0" y="589708"/>
            <a:ext cx="12192000" cy="0"/>
          </a:xfrm>
          <a:prstGeom prst="line">
            <a:avLst/>
          </a:prstGeom>
          <a:ln w="25400">
            <a:gradFill flip="none" rotWithShape="1">
              <a:gsLst>
                <a:gs pos="100000">
                  <a:srgbClr val="FF0000"/>
                </a:gs>
                <a:gs pos="45000">
                  <a:srgbClr val="4472C4"/>
                </a:gs>
                <a:gs pos="68000">
                  <a:srgbClr val="92D050"/>
                </a:gs>
                <a:gs pos="84000">
                  <a:srgbClr val="FFC00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图片 18">
            <a:extLst>
              <a:ext uri="{FF2B5EF4-FFF2-40B4-BE49-F238E27FC236}">
                <a16:creationId xmlns:a16="http://schemas.microsoft.com/office/drawing/2014/main" id="{F50490F3-D33F-B279-D1AC-C6624C4E317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7270" y="0"/>
            <a:ext cx="959181" cy="960782"/>
          </a:xfrm>
          <a:prstGeom prst="rect">
            <a:avLst/>
          </a:prstGeom>
        </p:spPr>
      </p:pic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7E91159-9D75-5768-2721-3FE612BD75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5591" y="6356350"/>
            <a:ext cx="3405809" cy="365125"/>
          </a:xfrm>
          <a:prstGeom prst="rect">
            <a:avLst/>
          </a:prstGeom>
        </p:spPr>
        <p:txBody>
          <a:bodyPr/>
          <a:lstStyle>
            <a:lvl1pPr>
              <a:defRPr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913FDBA-D011-4A12-B987-F96FF7FE29E7}" type="datetime1">
              <a:rPr lang="zh-CN" altLang="en-US" smtClean="0"/>
              <a:pPr/>
              <a:t>2025/12/31</a:t>
            </a:fld>
            <a:endParaRPr lang="zh-CN" altLang="en-US" dirty="0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9E167A2-DCFF-B596-DFBD-EFAA38FAE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13CFAB6-23CA-707C-789F-0AAE1AD91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356350"/>
            <a:ext cx="3405809" cy="365125"/>
          </a:xfrm>
          <a:prstGeom prst="rect">
            <a:avLst/>
          </a:prstGeom>
        </p:spPr>
        <p:txBody>
          <a:bodyPr/>
          <a:lstStyle>
            <a:lvl1pPr algn="r">
              <a:defRPr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39EF595-E8D9-4A93-A825-2C2446B05F6B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BA95054-D69C-B5E1-2EDA-66801C6F89A7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75591" y="769096"/>
            <a:ext cx="11840817" cy="1113416"/>
          </a:xfrm>
          <a:prstGeom prst="rect">
            <a:avLst/>
          </a:prstGeom>
          <a:ln w="25400">
            <a:solidFill>
              <a:schemeClr val="accent1"/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lang="zh-CN" altLang="en-US" sz="24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>
              <a:lnSpc>
                <a:spcPct val="100000"/>
              </a:lnSpc>
              <a:spcBef>
                <a:spcPts val="1200"/>
              </a:spcBef>
              <a:buNone/>
              <a:defRPr sz="20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2pPr>
            <a:lvl3pPr>
              <a:lnSpc>
                <a:spcPct val="100000"/>
              </a:lnSpc>
              <a:spcBef>
                <a:spcPts val="1200"/>
              </a:spcBef>
              <a:defRPr sz="1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3pPr>
            <a:lvl4pPr>
              <a:lnSpc>
                <a:spcPct val="100000"/>
              </a:lnSpc>
              <a:spcBef>
                <a:spcPts val="1200"/>
              </a:spcBef>
              <a:defRPr sz="1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4pPr>
            <a:lvl5pPr>
              <a:lnSpc>
                <a:spcPct val="100000"/>
              </a:lnSpc>
              <a:spcBef>
                <a:spcPts val="1200"/>
              </a:spcBef>
              <a:defRPr sz="1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5pPr>
          </a:lstStyle>
          <a:p>
            <a:pPr lvl="0">
              <a:lnSpc>
                <a:spcPct val="100000"/>
              </a:lnSpc>
              <a:spcBef>
                <a:spcPts val="1200"/>
              </a:spcBef>
            </a:pPr>
            <a:r>
              <a:rPr lang="zh-CN" altLang="en-US" dirty="0"/>
              <a:t>摘要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88DD8FC3-35C8-F03E-E0E3-AB963E3D78CC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175590" y="2017986"/>
            <a:ext cx="11840817" cy="4166064"/>
          </a:xfrm>
          <a:prstGeom prst="rect">
            <a:avLst/>
          </a:prstGeom>
          <a:ln w="25400">
            <a:gradFill>
              <a:gsLst>
                <a:gs pos="45000">
                  <a:srgbClr val="4472C4"/>
                </a:gs>
                <a:gs pos="68000">
                  <a:srgbClr val="92D050"/>
                </a:gs>
                <a:gs pos="84000">
                  <a:srgbClr val="FFC000"/>
                </a:gs>
                <a:gs pos="100000">
                  <a:srgbClr val="FF0000"/>
                </a:gs>
              </a:gsLst>
              <a:lin ang="6600000" scaled="0"/>
            </a:gra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lang="zh-CN" altLang="en-US" sz="24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>
              <a:lnSpc>
                <a:spcPct val="100000"/>
              </a:lnSpc>
              <a:spcBef>
                <a:spcPts val="1200"/>
              </a:spcBef>
              <a:def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2pPr>
            <a:lvl3pPr>
              <a:lnSpc>
                <a:spcPct val="100000"/>
              </a:lnSpc>
              <a:spcBef>
                <a:spcPts val="1200"/>
              </a:spcBef>
              <a:defRPr lang="zh-CN" altLang="en-US" sz="1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3pPr>
            <a:lvl4pPr>
              <a:lnSpc>
                <a:spcPct val="100000"/>
              </a:lnSpc>
              <a:spcBef>
                <a:spcPts val="1200"/>
              </a:spcBef>
              <a:def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4pPr>
            <a:lvl5pPr>
              <a:lnSpc>
                <a:spcPct val="100000"/>
              </a:lnSpc>
              <a:spcBef>
                <a:spcPts val="1200"/>
              </a:spcBef>
              <a:def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5pPr>
          </a:lstStyle>
          <a:p>
            <a:pPr lvl="0">
              <a:lnSpc>
                <a:spcPct val="100000"/>
              </a:lnSpc>
              <a:spcBef>
                <a:spcPts val="1200"/>
              </a:spcBef>
            </a:pPr>
            <a:r>
              <a:rPr lang="zh-CN" altLang="en-US" dirty="0"/>
              <a:t>一级内容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zh-CN" altLang="en-US" dirty="0"/>
              <a:t>二级</a:t>
            </a:r>
          </a:p>
          <a:p>
            <a:pPr lvl="2">
              <a:lnSpc>
                <a:spcPct val="100000"/>
              </a:lnSpc>
              <a:spcBef>
                <a:spcPts val="1200"/>
              </a:spcBef>
            </a:pPr>
            <a:r>
              <a:rPr lang="zh-CN" altLang="en-US" dirty="0"/>
              <a:t>三级</a:t>
            </a:r>
          </a:p>
          <a:p>
            <a:pPr lvl="3">
              <a:lnSpc>
                <a:spcPct val="100000"/>
              </a:lnSpc>
              <a:spcBef>
                <a:spcPts val="1200"/>
              </a:spcBef>
            </a:pPr>
            <a:r>
              <a:rPr lang="zh-CN" altLang="en-US" dirty="0"/>
              <a:t>四级</a:t>
            </a:r>
          </a:p>
          <a:p>
            <a:pPr lvl="4">
              <a:lnSpc>
                <a:spcPct val="100000"/>
              </a:lnSpc>
              <a:spcBef>
                <a:spcPts val="1200"/>
              </a:spcBef>
            </a:pPr>
            <a:r>
              <a:rPr lang="zh-CN" altLang="en-US" dirty="0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29503876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+总结">
    <p:bg>
      <p:bgPr>
        <a:gradFill>
          <a:gsLst>
            <a:gs pos="0">
              <a:srgbClr val="FFFFD9"/>
            </a:gs>
            <a:gs pos="100000">
              <a:srgbClr val="E2F0D9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A214EE41-1382-111D-D838-41451C2E40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5"/>
            <a:ext cx="10787270" cy="58967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zh-CN" altLang="en-US" sz="3200" b="1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单击此处添加节标题</a:t>
            </a: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A9955DDC-A6E3-69B5-FAF3-62A7BDEB7883}"/>
              </a:ext>
            </a:extLst>
          </p:cNvPr>
          <p:cNvCxnSpPr>
            <a:cxnSpLocks/>
          </p:cNvCxnSpPr>
          <p:nvPr userDrawn="1"/>
        </p:nvCxnSpPr>
        <p:spPr>
          <a:xfrm>
            <a:off x="0" y="589708"/>
            <a:ext cx="12192000" cy="0"/>
          </a:xfrm>
          <a:prstGeom prst="line">
            <a:avLst/>
          </a:prstGeom>
          <a:ln w="25400">
            <a:gradFill flip="none" rotWithShape="1">
              <a:gsLst>
                <a:gs pos="100000">
                  <a:srgbClr val="FF0000"/>
                </a:gs>
                <a:gs pos="45000">
                  <a:srgbClr val="4472C4"/>
                </a:gs>
                <a:gs pos="68000">
                  <a:srgbClr val="92D050"/>
                </a:gs>
                <a:gs pos="84000">
                  <a:srgbClr val="FFC00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图片 18">
            <a:extLst>
              <a:ext uri="{FF2B5EF4-FFF2-40B4-BE49-F238E27FC236}">
                <a16:creationId xmlns:a16="http://schemas.microsoft.com/office/drawing/2014/main" id="{F50490F3-D33F-B279-D1AC-C6624C4E317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7270" y="0"/>
            <a:ext cx="959181" cy="960782"/>
          </a:xfrm>
          <a:prstGeom prst="rect">
            <a:avLst/>
          </a:prstGeom>
        </p:spPr>
      </p:pic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7E91159-9D75-5768-2721-3FE612BD75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5591" y="6356350"/>
            <a:ext cx="3405809" cy="365125"/>
          </a:xfrm>
          <a:prstGeom prst="rect">
            <a:avLst/>
          </a:prstGeom>
        </p:spPr>
        <p:txBody>
          <a:bodyPr/>
          <a:lstStyle>
            <a:lvl1pPr>
              <a:defRPr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913FDBA-D011-4A12-B987-F96FF7FE29E7}" type="datetime1">
              <a:rPr lang="zh-CN" altLang="en-US" smtClean="0"/>
              <a:pPr/>
              <a:t>2025/12/31</a:t>
            </a:fld>
            <a:endParaRPr lang="zh-CN" altLang="en-US" dirty="0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9E167A2-DCFF-B596-DFBD-EFAA38FAE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13CFAB6-23CA-707C-789F-0AAE1AD91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356350"/>
            <a:ext cx="3405809" cy="365125"/>
          </a:xfrm>
          <a:prstGeom prst="rect">
            <a:avLst/>
          </a:prstGeom>
        </p:spPr>
        <p:txBody>
          <a:bodyPr/>
          <a:lstStyle>
            <a:lvl1pPr algn="r">
              <a:defRPr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39EF595-E8D9-4A93-A825-2C2446B05F6B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88DD8FC3-35C8-F03E-E0E3-AB963E3D78CC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175588" y="769094"/>
            <a:ext cx="11840817" cy="41660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lang="zh-CN" altLang="en-US" sz="2400" kern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>
              <a:lnSpc>
                <a:spcPct val="100000"/>
              </a:lnSpc>
              <a:spcBef>
                <a:spcPts val="1200"/>
              </a:spcBef>
              <a:defRPr sz="20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2pPr>
            <a:lvl3pPr>
              <a:lnSpc>
                <a:spcPct val="100000"/>
              </a:lnSpc>
              <a:spcBef>
                <a:spcPts val="1200"/>
              </a:spcBef>
              <a:defRPr sz="1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3pPr>
            <a:lvl4pPr>
              <a:lnSpc>
                <a:spcPct val="100000"/>
              </a:lnSpc>
              <a:spcBef>
                <a:spcPts val="1200"/>
              </a:spcBef>
              <a:defRPr sz="1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4pPr>
            <a:lvl5pPr>
              <a:lnSpc>
                <a:spcPct val="100000"/>
              </a:lnSpc>
              <a:spcBef>
                <a:spcPts val="1200"/>
              </a:spcBef>
              <a:defRPr sz="1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dirty="0"/>
              <a:t>一级内容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BA95054-D69C-B5E1-2EDA-66801C6F89A7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75589" y="5070634"/>
            <a:ext cx="11840817" cy="111341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lang="zh-CN" altLang="en-US" sz="2400" kern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>
              <a:lnSpc>
                <a:spcPct val="100000"/>
              </a:lnSpc>
              <a:spcBef>
                <a:spcPts val="1200"/>
              </a:spcBef>
              <a:buNone/>
              <a:defRPr sz="20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2pPr>
            <a:lvl3pPr>
              <a:lnSpc>
                <a:spcPct val="100000"/>
              </a:lnSpc>
              <a:spcBef>
                <a:spcPts val="1200"/>
              </a:spcBef>
              <a:defRPr sz="1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3pPr>
            <a:lvl4pPr>
              <a:lnSpc>
                <a:spcPct val="100000"/>
              </a:lnSpc>
              <a:spcBef>
                <a:spcPts val="1200"/>
              </a:spcBef>
              <a:defRPr sz="1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4pPr>
            <a:lvl5pPr>
              <a:lnSpc>
                <a:spcPct val="100000"/>
              </a:lnSpc>
              <a:spcBef>
                <a:spcPts val="1200"/>
              </a:spcBef>
              <a:defRPr sz="1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dirty="0"/>
              <a:t>总结</a:t>
            </a:r>
          </a:p>
        </p:txBody>
      </p:sp>
    </p:spTree>
    <p:extLst>
      <p:ext uri="{BB962C8B-B14F-4D97-AF65-F5344CB8AC3E}">
        <p14:creationId xmlns:p14="http://schemas.microsoft.com/office/powerpoint/2010/main" val="39859846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+总结-彩">
    <p:bg>
      <p:bgPr>
        <a:gradFill>
          <a:gsLst>
            <a:gs pos="0">
              <a:srgbClr val="FFFFD9"/>
            </a:gs>
            <a:gs pos="100000">
              <a:srgbClr val="E2F0D9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A214EE41-1382-111D-D838-41451C2E40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5"/>
            <a:ext cx="10787270" cy="58967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zh-CN" altLang="en-US" sz="3200" b="1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单击此处添加节标题</a:t>
            </a: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A9955DDC-A6E3-69B5-FAF3-62A7BDEB7883}"/>
              </a:ext>
            </a:extLst>
          </p:cNvPr>
          <p:cNvCxnSpPr>
            <a:cxnSpLocks/>
          </p:cNvCxnSpPr>
          <p:nvPr userDrawn="1"/>
        </p:nvCxnSpPr>
        <p:spPr>
          <a:xfrm>
            <a:off x="0" y="589708"/>
            <a:ext cx="12192000" cy="0"/>
          </a:xfrm>
          <a:prstGeom prst="line">
            <a:avLst/>
          </a:prstGeom>
          <a:ln w="25400">
            <a:gradFill flip="none" rotWithShape="1">
              <a:gsLst>
                <a:gs pos="100000">
                  <a:srgbClr val="FF0000"/>
                </a:gs>
                <a:gs pos="45000">
                  <a:srgbClr val="4472C4"/>
                </a:gs>
                <a:gs pos="68000">
                  <a:srgbClr val="92D050"/>
                </a:gs>
                <a:gs pos="84000">
                  <a:srgbClr val="FFC00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图片 18">
            <a:extLst>
              <a:ext uri="{FF2B5EF4-FFF2-40B4-BE49-F238E27FC236}">
                <a16:creationId xmlns:a16="http://schemas.microsoft.com/office/drawing/2014/main" id="{F50490F3-D33F-B279-D1AC-C6624C4E317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7270" y="0"/>
            <a:ext cx="959181" cy="960782"/>
          </a:xfrm>
          <a:prstGeom prst="rect">
            <a:avLst/>
          </a:prstGeom>
        </p:spPr>
      </p:pic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7E91159-9D75-5768-2721-3FE612BD75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5591" y="6356350"/>
            <a:ext cx="3405809" cy="365125"/>
          </a:xfrm>
          <a:prstGeom prst="rect">
            <a:avLst/>
          </a:prstGeom>
        </p:spPr>
        <p:txBody>
          <a:bodyPr/>
          <a:lstStyle>
            <a:lvl1pPr>
              <a:defRPr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913FDBA-D011-4A12-B987-F96FF7FE29E7}" type="datetime1">
              <a:rPr lang="zh-CN" altLang="en-US" smtClean="0"/>
              <a:pPr/>
              <a:t>2025/12/31</a:t>
            </a:fld>
            <a:endParaRPr lang="zh-CN" altLang="en-US" dirty="0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9E167A2-DCFF-B596-DFBD-EFAA38FAE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13CFAB6-23CA-707C-789F-0AAE1AD91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356350"/>
            <a:ext cx="3405809" cy="365125"/>
          </a:xfrm>
          <a:prstGeom prst="rect">
            <a:avLst/>
          </a:prstGeom>
        </p:spPr>
        <p:txBody>
          <a:bodyPr/>
          <a:lstStyle>
            <a:lvl1pPr algn="r">
              <a:defRPr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39EF595-E8D9-4A93-A825-2C2446B05F6B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88DD8FC3-35C8-F03E-E0E3-AB963E3D78CC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175588" y="769094"/>
            <a:ext cx="11840817" cy="4166064"/>
          </a:xfrm>
          <a:prstGeom prst="rect">
            <a:avLst/>
          </a:prstGeom>
          <a:ln w="25400">
            <a:gradFill>
              <a:gsLst>
                <a:gs pos="45000">
                  <a:srgbClr val="4472C4"/>
                </a:gs>
                <a:gs pos="68000">
                  <a:srgbClr val="92D050"/>
                </a:gs>
                <a:gs pos="84000">
                  <a:srgbClr val="FFC000"/>
                </a:gs>
                <a:gs pos="100000">
                  <a:srgbClr val="FF0000"/>
                </a:gs>
              </a:gsLst>
              <a:lin ang="6600000" scaled="0"/>
            </a:gra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>
              <a:lnSpc>
                <a:spcPct val="100000"/>
              </a:lnSpc>
              <a:spcBef>
                <a:spcPts val="1200"/>
              </a:spcBef>
              <a:def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2pPr>
            <a:lvl3pPr>
              <a:lnSpc>
                <a:spcPct val="100000"/>
              </a:lnSpc>
              <a:spcBef>
                <a:spcPts val="1200"/>
              </a:spcBef>
              <a:defRPr lang="zh-CN" altLang="en-US" sz="1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3pPr>
            <a:lvl4pPr>
              <a:lnSpc>
                <a:spcPct val="100000"/>
              </a:lnSpc>
              <a:spcBef>
                <a:spcPts val="1200"/>
              </a:spcBef>
              <a:def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4pPr>
            <a:lvl5pPr>
              <a:lnSpc>
                <a:spcPct val="100000"/>
              </a:lnSpc>
              <a:spcBef>
                <a:spcPts val="1200"/>
              </a:spcBef>
              <a:def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5pPr>
          </a:lstStyle>
          <a:p>
            <a:pPr lvl="0">
              <a:lnSpc>
                <a:spcPct val="100000"/>
              </a:lnSpc>
              <a:spcBef>
                <a:spcPts val="1200"/>
              </a:spcBef>
            </a:pPr>
            <a:r>
              <a:rPr lang="zh-CN" altLang="en-US" dirty="0"/>
              <a:t>一级内容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zh-CN" altLang="en-US" dirty="0"/>
              <a:t>二级</a:t>
            </a:r>
          </a:p>
          <a:p>
            <a:pPr lvl="2">
              <a:lnSpc>
                <a:spcPct val="100000"/>
              </a:lnSpc>
              <a:spcBef>
                <a:spcPts val="1200"/>
              </a:spcBef>
            </a:pPr>
            <a:r>
              <a:rPr lang="zh-CN" altLang="en-US" dirty="0"/>
              <a:t>三级</a:t>
            </a:r>
          </a:p>
          <a:p>
            <a:pPr lvl="3">
              <a:lnSpc>
                <a:spcPct val="100000"/>
              </a:lnSpc>
              <a:spcBef>
                <a:spcPts val="1200"/>
              </a:spcBef>
            </a:pPr>
            <a:r>
              <a:rPr lang="zh-CN" altLang="en-US" dirty="0"/>
              <a:t>四级</a:t>
            </a:r>
          </a:p>
          <a:p>
            <a:pPr lvl="4">
              <a:lnSpc>
                <a:spcPct val="100000"/>
              </a:lnSpc>
              <a:spcBef>
                <a:spcPts val="1200"/>
              </a:spcBef>
            </a:pPr>
            <a:r>
              <a:rPr lang="zh-CN" altLang="en-US" dirty="0"/>
              <a:t>五级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BA95054-D69C-B5E1-2EDA-66801C6F89A7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75589" y="5070634"/>
            <a:ext cx="11840817" cy="1113416"/>
          </a:xfrm>
          <a:prstGeom prst="rect">
            <a:avLst/>
          </a:prstGeom>
          <a:ln w="25400">
            <a:gradFill>
              <a:gsLst>
                <a:gs pos="45000">
                  <a:srgbClr val="4472C4"/>
                </a:gs>
                <a:gs pos="68000">
                  <a:srgbClr val="92D050"/>
                </a:gs>
                <a:gs pos="84000">
                  <a:srgbClr val="FFC000"/>
                </a:gs>
                <a:gs pos="100000">
                  <a:srgbClr val="FF0000"/>
                </a:gs>
              </a:gsLst>
              <a:lin ang="15900000" scaled="0"/>
            </a:gra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>
              <a:lnSpc>
                <a:spcPct val="100000"/>
              </a:lnSpc>
              <a:spcBef>
                <a:spcPts val="1200"/>
              </a:spcBef>
              <a:buNone/>
              <a:defRPr sz="20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2pPr>
            <a:lvl3pPr>
              <a:lnSpc>
                <a:spcPct val="100000"/>
              </a:lnSpc>
              <a:spcBef>
                <a:spcPts val="1200"/>
              </a:spcBef>
              <a:defRPr sz="1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3pPr>
            <a:lvl4pPr>
              <a:lnSpc>
                <a:spcPct val="100000"/>
              </a:lnSpc>
              <a:spcBef>
                <a:spcPts val="1200"/>
              </a:spcBef>
              <a:defRPr sz="1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4pPr>
            <a:lvl5pPr>
              <a:lnSpc>
                <a:spcPct val="100000"/>
              </a:lnSpc>
              <a:spcBef>
                <a:spcPts val="1200"/>
              </a:spcBef>
              <a:defRPr sz="1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5pPr>
          </a:lstStyle>
          <a:p>
            <a:pPr lvl="0">
              <a:lnSpc>
                <a:spcPct val="100000"/>
              </a:lnSpc>
              <a:spcBef>
                <a:spcPts val="1200"/>
              </a:spcBef>
            </a:pPr>
            <a:r>
              <a:rPr lang="zh-CN" altLang="en-US" dirty="0"/>
              <a:t>总结</a:t>
            </a:r>
          </a:p>
        </p:txBody>
      </p:sp>
    </p:spTree>
    <p:extLst>
      <p:ext uri="{BB962C8B-B14F-4D97-AF65-F5344CB8AC3E}">
        <p14:creationId xmlns:p14="http://schemas.microsoft.com/office/powerpoint/2010/main" val="15909509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bg>
      <p:bgPr>
        <a:gradFill>
          <a:gsLst>
            <a:gs pos="0">
              <a:srgbClr val="FFFFD9"/>
            </a:gs>
            <a:gs pos="100000">
              <a:srgbClr val="E2F0D9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449441-195A-0B55-DF03-9CDE088F97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5"/>
            <a:ext cx="10787270" cy="58967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zh-CN" altLang="en-US" sz="3200" b="1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单击此处添加节标题</a:t>
            </a: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E595E66D-2E5C-05DA-12C4-AC3A2A8F9273}"/>
              </a:ext>
            </a:extLst>
          </p:cNvPr>
          <p:cNvCxnSpPr>
            <a:cxnSpLocks/>
          </p:cNvCxnSpPr>
          <p:nvPr/>
        </p:nvCxnSpPr>
        <p:spPr>
          <a:xfrm>
            <a:off x="0" y="589708"/>
            <a:ext cx="12192000" cy="0"/>
          </a:xfrm>
          <a:prstGeom prst="line">
            <a:avLst/>
          </a:prstGeom>
          <a:ln w="25400">
            <a:gradFill flip="none" rotWithShape="1">
              <a:gsLst>
                <a:gs pos="100000">
                  <a:srgbClr val="FF0000"/>
                </a:gs>
                <a:gs pos="45000">
                  <a:srgbClr val="4472C4"/>
                </a:gs>
                <a:gs pos="68000">
                  <a:srgbClr val="92D050"/>
                </a:gs>
                <a:gs pos="84000">
                  <a:srgbClr val="FFC00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日期占位符 1">
            <a:extLst>
              <a:ext uri="{FF2B5EF4-FFF2-40B4-BE49-F238E27FC236}">
                <a16:creationId xmlns:a16="http://schemas.microsoft.com/office/drawing/2014/main" id="{9887738B-4CD6-A95E-2777-55BCB1839D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5591" y="6356350"/>
            <a:ext cx="3405809" cy="365125"/>
          </a:xfrm>
          <a:prstGeom prst="rect">
            <a:avLst/>
          </a:prstGeom>
        </p:spPr>
        <p:txBody>
          <a:bodyPr/>
          <a:lstStyle>
            <a:lvl1pPr>
              <a:defRPr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913FDBA-D011-4A12-B987-F96FF7FE29E7}" type="datetime1">
              <a:rPr lang="zh-CN" altLang="en-US" smtClean="0"/>
              <a:pPr/>
              <a:t>2025/12/31</a:t>
            </a:fld>
            <a:endParaRPr lang="zh-CN" altLang="en-US" dirty="0"/>
          </a:p>
        </p:txBody>
      </p:sp>
      <p:sp>
        <p:nvSpPr>
          <p:cNvPr id="12" name="页脚占位符 7">
            <a:extLst>
              <a:ext uri="{FF2B5EF4-FFF2-40B4-BE49-F238E27FC236}">
                <a16:creationId xmlns:a16="http://schemas.microsoft.com/office/drawing/2014/main" id="{50774356-A950-6C85-D4E5-A1A66AD19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3" name="灯片编号占位符 8">
            <a:extLst>
              <a:ext uri="{FF2B5EF4-FFF2-40B4-BE49-F238E27FC236}">
                <a16:creationId xmlns:a16="http://schemas.microsoft.com/office/drawing/2014/main" id="{5A65C770-E330-4620-5AAE-D36466B1E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356350"/>
            <a:ext cx="3405809" cy="365125"/>
          </a:xfrm>
          <a:prstGeom prst="rect">
            <a:avLst/>
          </a:prstGeom>
        </p:spPr>
        <p:txBody>
          <a:bodyPr/>
          <a:lstStyle>
            <a:lvl1pPr algn="r">
              <a:defRPr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39EF595-E8D9-4A93-A825-2C2446B05F6B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221DA8B6-065D-5077-5675-D8A968B0F53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7270" y="0"/>
            <a:ext cx="959181" cy="960782"/>
          </a:xfrm>
          <a:prstGeom prst="rect">
            <a:avLst/>
          </a:prstGeom>
        </p:spPr>
      </p:pic>
      <p:sp>
        <p:nvSpPr>
          <p:cNvPr id="6" name="内容占位符 2">
            <a:extLst>
              <a:ext uri="{FF2B5EF4-FFF2-40B4-BE49-F238E27FC236}">
                <a16:creationId xmlns:a16="http://schemas.microsoft.com/office/drawing/2014/main" id="{B3C1B62D-358B-7D5A-6295-62D0120FAA0D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75591" y="769095"/>
            <a:ext cx="5844209" cy="541495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lang="zh-CN" altLang="en-US" sz="2400" kern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>
              <a:lnSpc>
                <a:spcPct val="100000"/>
              </a:lnSpc>
              <a:spcBef>
                <a:spcPts val="1200"/>
              </a:spcBef>
              <a:defRPr sz="20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2pPr>
            <a:lvl3pPr>
              <a:lnSpc>
                <a:spcPct val="100000"/>
              </a:lnSpc>
              <a:spcBef>
                <a:spcPts val="1200"/>
              </a:spcBef>
              <a:defRPr sz="1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3pPr>
            <a:lvl4pPr>
              <a:lnSpc>
                <a:spcPct val="100000"/>
              </a:lnSpc>
              <a:spcBef>
                <a:spcPts val="1200"/>
              </a:spcBef>
              <a:defRPr sz="1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4pPr>
            <a:lvl5pPr>
              <a:lnSpc>
                <a:spcPct val="100000"/>
              </a:lnSpc>
              <a:spcBef>
                <a:spcPts val="1200"/>
              </a:spcBef>
              <a:defRPr sz="1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dirty="0"/>
              <a:t>第一栏，一级内容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3B8E2325-31DD-3AD8-1687-5E1FC6E9154C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172202" y="769095"/>
            <a:ext cx="5844209" cy="541495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lang="zh-CN" altLang="en-US" sz="2400" kern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>
              <a:lnSpc>
                <a:spcPct val="100000"/>
              </a:lnSpc>
              <a:spcBef>
                <a:spcPts val="1200"/>
              </a:spcBef>
              <a:defRPr sz="20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2pPr>
            <a:lvl3pPr>
              <a:lnSpc>
                <a:spcPct val="100000"/>
              </a:lnSpc>
              <a:spcBef>
                <a:spcPts val="1200"/>
              </a:spcBef>
              <a:defRPr sz="1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3pPr>
            <a:lvl4pPr>
              <a:lnSpc>
                <a:spcPct val="100000"/>
              </a:lnSpc>
              <a:spcBef>
                <a:spcPts val="1200"/>
              </a:spcBef>
              <a:defRPr sz="1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4pPr>
            <a:lvl5pPr>
              <a:lnSpc>
                <a:spcPct val="100000"/>
              </a:lnSpc>
              <a:spcBef>
                <a:spcPts val="1200"/>
              </a:spcBef>
              <a:defRPr sz="1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dirty="0"/>
              <a:t>第二栏，一级内容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42085323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-彩">
    <p:bg>
      <p:bgPr>
        <a:gradFill>
          <a:gsLst>
            <a:gs pos="0">
              <a:srgbClr val="FFFFD9"/>
            </a:gs>
            <a:gs pos="100000">
              <a:srgbClr val="E2F0D9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449441-195A-0B55-DF03-9CDE088F97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5"/>
            <a:ext cx="10787270" cy="58967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zh-CN" altLang="en-US" sz="3200" b="1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单击此处添加节标题</a:t>
            </a: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E595E66D-2E5C-05DA-12C4-AC3A2A8F9273}"/>
              </a:ext>
            </a:extLst>
          </p:cNvPr>
          <p:cNvCxnSpPr>
            <a:cxnSpLocks/>
          </p:cNvCxnSpPr>
          <p:nvPr/>
        </p:nvCxnSpPr>
        <p:spPr>
          <a:xfrm>
            <a:off x="0" y="589708"/>
            <a:ext cx="12192000" cy="0"/>
          </a:xfrm>
          <a:prstGeom prst="line">
            <a:avLst/>
          </a:prstGeom>
          <a:ln w="25400">
            <a:gradFill flip="none" rotWithShape="1">
              <a:gsLst>
                <a:gs pos="100000">
                  <a:srgbClr val="FF0000"/>
                </a:gs>
                <a:gs pos="45000">
                  <a:srgbClr val="4472C4"/>
                </a:gs>
                <a:gs pos="68000">
                  <a:srgbClr val="92D050"/>
                </a:gs>
                <a:gs pos="84000">
                  <a:srgbClr val="FFC00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日期占位符 1">
            <a:extLst>
              <a:ext uri="{FF2B5EF4-FFF2-40B4-BE49-F238E27FC236}">
                <a16:creationId xmlns:a16="http://schemas.microsoft.com/office/drawing/2014/main" id="{9887738B-4CD6-A95E-2777-55BCB1839D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5591" y="6356350"/>
            <a:ext cx="3405809" cy="365125"/>
          </a:xfrm>
          <a:prstGeom prst="rect">
            <a:avLst/>
          </a:prstGeom>
        </p:spPr>
        <p:txBody>
          <a:bodyPr/>
          <a:lstStyle>
            <a:lvl1pPr>
              <a:defRPr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913FDBA-D011-4A12-B987-F96FF7FE29E7}" type="datetime1">
              <a:rPr lang="zh-CN" altLang="en-US" smtClean="0"/>
              <a:pPr/>
              <a:t>2025/12/31</a:t>
            </a:fld>
            <a:endParaRPr lang="zh-CN" altLang="en-US" dirty="0"/>
          </a:p>
        </p:txBody>
      </p:sp>
      <p:sp>
        <p:nvSpPr>
          <p:cNvPr id="12" name="页脚占位符 7">
            <a:extLst>
              <a:ext uri="{FF2B5EF4-FFF2-40B4-BE49-F238E27FC236}">
                <a16:creationId xmlns:a16="http://schemas.microsoft.com/office/drawing/2014/main" id="{50774356-A950-6C85-D4E5-A1A66AD19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3" name="灯片编号占位符 8">
            <a:extLst>
              <a:ext uri="{FF2B5EF4-FFF2-40B4-BE49-F238E27FC236}">
                <a16:creationId xmlns:a16="http://schemas.microsoft.com/office/drawing/2014/main" id="{5A65C770-E330-4620-5AAE-D36466B1E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356350"/>
            <a:ext cx="3405809" cy="365125"/>
          </a:xfrm>
          <a:prstGeom prst="rect">
            <a:avLst/>
          </a:prstGeom>
        </p:spPr>
        <p:txBody>
          <a:bodyPr/>
          <a:lstStyle>
            <a:lvl1pPr algn="r">
              <a:defRPr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39EF595-E8D9-4A93-A825-2C2446B05F6B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221DA8B6-065D-5077-5675-D8A968B0F53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7270" y="0"/>
            <a:ext cx="959181" cy="960782"/>
          </a:xfrm>
          <a:prstGeom prst="rect">
            <a:avLst/>
          </a:prstGeom>
        </p:spPr>
      </p:pic>
      <p:sp>
        <p:nvSpPr>
          <p:cNvPr id="6" name="内容占位符 2">
            <a:extLst>
              <a:ext uri="{FF2B5EF4-FFF2-40B4-BE49-F238E27FC236}">
                <a16:creationId xmlns:a16="http://schemas.microsoft.com/office/drawing/2014/main" id="{B3C1B62D-358B-7D5A-6295-62D0120FAA0D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75591" y="769095"/>
            <a:ext cx="5844209" cy="5414955"/>
          </a:xfrm>
          <a:prstGeom prst="rect">
            <a:avLst/>
          </a:prstGeom>
          <a:ln w="25400">
            <a:gradFill>
              <a:gsLst>
                <a:gs pos="45000">
                  <a:srgbClr val="4472C4"/>
                </a:gs>
                <a:gs pos="68000">
                  <a:srgbClr val="92D050"/>
                </a:gs>
                <a:gs pos="84000">
                  <a:srgbClr val="FFC000"/>
                </a:gs>
                <a:gs pos="100000">
                  <a:srgbClr val="FF0000"/>
                </a:gs>
              </a:gsLst>
              <a:lin ang="6900000" scaled="0"/>
            </a:gra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lang="zh-CN" altLang="en-US" sz="24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>
              <a:lnSpc>
                <a:spcPct val="100000"/>
              </a:lnSpc>
              <a:spcBef>
                <a:spcPts val="1200"/>
              </a:spcBef>
              <a:def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2pPr>
            <a:lvl3pPr>
              <a:lnSpc>
                <a:spcPct val="100000"/>
              </a:lnSpc>
              <a:spcBef>
                <a:spcPts val="1200"/>
              </a:spcBef>
              <a:defRPr lang="zh-CN" altLang="en-US" sz="1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3pPr>
            <a:lvl4pPr>
              <a:lnSpc>
                <a:spcPct val="100000"/>
              </a:lnSpc>
              <a:spcBef>
                <a:spcPts val="1200"/>
              </a:spcBef>
              <a:def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4pPr>
            <a:lvl5pPr>
              <a:lnSpc>
                <a:spcPct val="100000"/>
              </a:lnSpc>
              <a:spcBef>
                <a:spcPts val="1200"/>
              </a:spcBef>
              <a:def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5pPr>
          </a:lstStyle>
          <a:p>
            <a:pPr lvl="0">
              <a:lnSpc>
                <a:spcPct val="100000"/>
              </a:lnSpc>
              <a:spcBef>
                <a:spcPts val="1200"/>
              </a:spcBef>
            </a:pPr>
            <a:r>
              <a:rPr lang="zh-CN" altLang="en-US" dirty="0"/>
              <a:t>第一栏，一级内容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zh-CN" altLang="en-US" dirty="0"/>
              <a:t>二级</a:t>
            </a:r>
          </a:p>
          <a:p>
            <a:pPr lvl="2">
              <a:lnSpc>
                <a:spcPct val="100000"/>
              </a:lnSpc>
              <a:spcBef>
                <a:spcPts val="1200"/>
              </a:spcBef>
            </a:pPr>
            <a:r>
              <a:rPr lang="zh-CN" altLang="en-US" dirty="0"/>
              <a:t>三级</a:t>
            </a:r>
          </a:p>
          <a:p>
            <a:pPr lvl="3">
              <a:lnSpc>
                <a:spcPct val="100000"/>
              </a:lnSpc>
              <a:spcBef>
                <a:spcPts val="1200"/>
              </a:spcBef>
            </a:pPr>
            <a:r>
              <a:rPr lang="zh-CN" altLang="en-US" dirty="0"/>
              <a:t>四级</a:t>
            </a:r>
          </a:p>
          <a:p>
            <a:pPr lvl="4">
              <a:lnSpc>
                <a:spcPct val="100000"/>
              </a:lnSpc>
              <a:spcBef>
                <a:spcPts val="1200"/>
              </a:spcBef>
            </a:pPr>
            <a:r>
              <a:rPr lang="zh-CN" altLang="en-US" dirty="0"/>
              <a:t>五级</a:t>
            </a: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3B8E2325-31DD-3AD8-1687-5E1FC6E9154C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172202" y="769095"/>
            <a:ext cx="5844209" cy="5414955"/>
          </a:xfrm>
          <a:prstGeom prst="rect">
            <a:avLst/>
          </a:prstGeom>
          <a:ln w="25400">
            <a:gradFill>
              <a:gsLst>
                <a:gs pos="80000">
                  <a:srgbClr val="4472C4"/>
                </a:gs>
                <a:gs pos="100000">
                  <a:srgbClr val="92D050"/>
                </a:gs>
              </a:gsLst>
              <a:lin ang="6600000" scaled="0"/>
            </a:gra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>
              <a:lnSpc>
                <a:spcPct val="100000"/>
              </a:lnSpc>
              <a:spcBef>
                <a:spcPts val="1200"/>
              </a:spcBef>
              <a:def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2pPr>
            <a:lvl3pPr>
              <a:lnSpc>
                <a:spcPct val="100000"/>
              </a:lnSpc>
              <a:spcBef>
                <a:spcPts val="1200"/>
              </a:spcBef>
              <a:defRPr lang="zh-CN" altLang="en-US" sz="1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3pPr>
            <a:lvl4pPr>
              <a:lnSpc>
                <a:spcPct val="100000"/>
              </a:lnSpc>
              <a:spcBef>
                <a:spcPts val="1200"/>
              </a:spcBef>
              <a:def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4pPr>
            <a:lvl5pPr>
              <a:lnSpc>
                <a:spcPct val="100000"/>
              </a:lnSpc>
              <a:spcBef>
                <a:spcPts val="1200"/>
              </a:spcBef>
              <a:def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5pPr>
          </a:lstStyle>
          <a:p>
            <a:pPr lvl="0">
              <a:lnSpc>
                <a:spcPct val="100000"/>
              </a:lnSpc>
              <a:spcBef>
                <a:spcPts val="1200"/>
              </a:spcBef>
            </a:pPr>
            <a:r>
              <a:rPr lang="zh-CN" altLang="en-US" dirty="0"/>
              <a:t>第二栏，一级内容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zh-CN" altLang="en-US" dirty="0"/>
              <a:t>二级</a:t>
            </a:r>
          </a:p>
          <a:p>
            <a:pPr lvl="2">
              <a:lnSpc>
                <a:spcPct val="100000"/>
              </a:lnSpc>
              <a:spcBef>
                <a:spcPts val="1200"/>
              </a:spcBef>
            </a:pPr>
            <a:r>
              <a:rPr lang="zh-CN" altLang="en-US" dirty="0"/>
              <a:t>三级</a:t>
            </a:r>
          </a:p>
          <a:p>
            <a:pPr lvl="3">
              <a:lnSpc>
                <a:spcPct val="100000"/>
              </a:lnSpc>
              <a:spcBef>
                <a:spcPts val="1200"/>
              </a:spcBef>
            </a:pPr>
            <a:r>
              <a:rPr lang="zh-CN" altLang="en-US" dirty="0"/>
              <a:t>四级</a:t>
            </a:r>
          </a:p>
          <a:p>
            <a:pPr lvl="4">
              <a:lnSpc>
                <a:spcPct val="100000"/>
              </a:lnSpc>
              <a:spcBef>
                <a:spcPts val="1200"/>
              </a:spcBef>
            </a:pPr>
            <a:r>
              <a:rPr lang="zh-CN" altLang="en-US" dirty="0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25782361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+摘要">
    <p:bg>
      <p:bgPr>
        <a:gradFill>
          <a:gsLst>
            <a:gs pos="0">
              <a:srgbClr val="FFFFD9"/>
            </a:gs>
            <a:gs pos="100000">
              <a:srgbClr val="E2F0D9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449441-195A-0B55-DF03-9CDE088F97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5"/>
            <a:ext cx="10787270" cy="58967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zh-CN" altLang="en-US" sz="3200" b="1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单击此处添加节标题</a:t>
            </a: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E595E66D-2E5C-05DA-12C4-AC3A2A8F9273}"/>
              </a:ext>
            </a:extLst>
          </p:cNvPr>
          <p:cNvCxnSpPr>
            <a:cxnSpLocks/>
          </p:cNvCxnSpPr>
          <p:nvPr/>
        </p:nvCxnSpPr>
        <p:spPr>
          <a:xfrm>
            <a:off x="0" y="589708"/>
            <a:ext cx="12192000" cy="0"/>
          </a:xfrm>
          <a:prstGeom prst="line">
            <a:avLst/>
          </a:prstGeom>
          <a:ln w="25400">
            <a:gradFill flip="none" rotWithShape="1">
              <a:gsLst>
                <a:gs pos="100000">
                  <a:srgbClr val="FF0000"/>
                </a:gs>
                <a:gs pos="45000">
                  <a:srgbClr val="4472C4"/>
                </a:gs>
                <a:gs pos="68000">
                  <a:srgbClr val="92D050"/>
                </a:gs>
                <a:gs pos="84000">
                  <a:srgbClr val="FFC00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日期占位符 1">
            <a:extLst>
              <a:ext uri="{FF2B5EF4-FFF2-40B4-BE49-F238E27FC236}">
                <a16:creationId xmlns:a16="http://schemas.microsoft.com/office/drawing/2014/main" id="{9887738B-4CD6-A95E-2777-55BCB1839D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5591" y="6356350"/>
            <a:ext cx="3405809" cy="365125"/>
          </a:xfrm>
          <a:prstGeom prst="rect">
            <a:avLst/>
          </a:prstGeom>
        </p:spPr>
        <p:txBody>
          <a:bodyPr/>
          <a:lstStyle>
            <a:lvl1pPr>
              <a:defRPr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913FDBA-D011-4A12-B987-F96FF7FE29E7}" type="datetime1">
              <a:rPr lang="zh-CN" altLang="en-US" smtClean="0"/>
              <a:pPr/>
              <a:t>2025/12/31</a:t>
            </a:fld>
            <a:endParaRPr lang="zh-CN" altLang="en-US" dirty="0"/>
          </a:p>
        </p:txBody>
      </p:sp>
      <p:sp>
        <p:nvSpPr>
          <p:cNvPr id="12" name="页脚占位符 7">
            <a:extLst>
              <a:ext uri="{FF2B5EF4-FFF2-40B4-BE49-F238E27FC236}">
                <a16:creationId xmlns:a16="http://schemas.microsoft.com/office/drawing/2014/main" id="{50774356-A950-6C85-D4E5-A1A66AD19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3" name="灯片编号占位符 8">
            <a:extLst>
              <a:ext uri="{FF2B5EF4-FFF2-40B4-BE49-F238E27FC236}">
                <a16:creationId xmlns:a16="http://schemas.microsoft.com/office/drawing/2014/main" id="{5A65C770-E330-4620-5AAE-D36466B1E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356350"/>
            <a:ext cx="3405809" cy="365125"/>
          </a:xfrm>
          <a:prstGeom prst="rect">
            <a:avLst/>
          </a:prstGeom>
        </p:spPr>
        <p:txBody>
          <a:bodyPr/>
          <a:lstStyle>
            <a:lvl1pPr algn="r">
              <a:defRPr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39EF595-E8D9-4A93-A825-2C2446B05F6B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221DA8B6-065D-5077-5675-D8A968B0F53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7270" y="0"/>
            <a:ext cx="959181" cy="960782"/>
          </a:xfrm>
          <a:prstGeom prst="rect">
            <a:avLst/>
          </a:prstGeom>
        </p:spPr>
      </p:pic>
      <p:sp>
        <p:nvSpPr>
          <p:cNvPr id="5" name="内容占位符 2">
            <a:extLst>
              <a:ext uri="{FF2B5EF4-FFF2-40B4-BE49-F238E27FC236}">
                <a16:creationId xmlns:a16="http://schemas.microsoft.com/office/drawing/2014/main" id="{4E6F2B64-E1EF-E33A-1A13-9FA0322AD229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75591" y="769096"/>
            <a:ext cx="11840817" cy="111341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lang="zh-CN" altLang="en-US" sz="2400" kern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>
              <a:lnSpc>
                <a:spcPct val="100000"/>
              </a:lnSpc>
              <a:spcBef>
                <a:spcPts val="1200"/>
              </a:spcBef>
              <a:buNone/>
              <a:defRPr sz="20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2pPr>
            <a:lvl3pPr>
              <a:lnSpc>
                <a:spcPct val="100000"/>
              </a:lnSpc>
              <a:spcBef>
                <a:spcPts val="1200"/>
              </a:spcBef>
              <a:defRPr sz="1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3pPr>
            <a:lvl4pPr>
              <a:lnSpc>
                <a:spcPct val="100000"/>
              </a:lnSpc>
              <a:spcBef>
                <a:spcPts val="1200"/>
              </a:spcBef>
              <a:defRPr sz="1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4pPr>
            <a:lvl5pPr>
              <a:lnSpc>
                <a:spcPct val="100000"/>
              </a:lnSpc>
              <a:spcBef>
                <a:spcPts val="1200"/>
              </a:spcBef>
              <a:defRPr sz="1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dirty="0"/>
              <a:t>摘要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CC2FCCC7-8F35-0ECF-7CE6-EF5F81D06239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175591" y="2017986"/>
            <a:ext cx="5844208" cy="41660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lang="zh-CN" altLang="en-US" sz="2400" kern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>
              <a:lnSpc>
                <a:spcPct val="100000"/>
              </a:lnSpc>
              <a:spcBef>
                <a:spcPts val="1200"/>
              </a:spcBef>
              <a:defRPr sz="20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2pPr>
            <a:lvl3pPr>
              <a:lnSpc>
                <a:spcPct val="100000"/>
              </a:lnSpc>
              <a:spcBef>
                <a:spcPts val="1200"/>
              </a:spcBef>
              <a:defRPr sz="1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3pPr>
            <a:lvl4pPr>
              <a:lnSpc>
                <a:spcPct val="100000"/>
              </a:lnSpc>
              <a:spcBef>
                <a:spcPts val="1200"/>
              </a:spcBef>
              <a:defRPr sz="1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4pPr>
            <a:lvl5pPr>
              <a:lnSpc>
                <a:spcPct val="100000"/>
              </a:lnSpc>
              <a:spcBef>
                <a:spcPts val="1200"/>
              </a:spcBef>
              <a:defRPr sz="1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dirty="0"/>
              <a:t>第一栏，一级内容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3B8E2325-31DD-3AD8-1687-5E1FC6E9154C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172202" y="2017986"/>
            <a:ext cx="5844209" cy="41660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lang="zh-CN" altLang="en-US" sz="2400" kern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>
              <a:lnSpc>
                <a:spcPct val="100000"/>
              </a:lnSpc>
              <a:spcBef>
                <a:spcPts val="1200"/>
              </a:spcBef>
              <a:defRPr sz="20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2pPr>
            <a:lvl3pPr>
              <a:lnSpc>
                <a:spcPct val="100000"/>
              </a:lnSpc>
              <a:spcBef>
                <a:spcPts val="1200"/>
              </a:spcBef>
              <a:defRPr sz="1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3pPr>
            <a:lvl4pPr>
              <a:lnSpc>
                <a:spcPct val="100000"/>
              </a:lnSpc>
              <a:spcBef>
                <a:spcPts val="1200"/>
              </a:spcBef>
              <a:defRPr sz="1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4pPr>
            <a:lvl5pPr>
              <a:lnSpc>
                <a:spcPct val="100000"/>
              </a:lnSpc>
              <a:spcBef>
                <a:spcPts val="1200"/>
              </a:spcBef>
              <a:defRPr sz="1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dirty="0"/>
              <a:t>第二栏，一级内容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38714866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+摘要-彩">
    <p:bg>
      <p:bgPr>
        <a:gradFill>
          <a:gsLst>
            <a:gs pos="0">
              <a:srgbClr val="FFFFD9"/>
            </a:gs>
            <a:gs pos="100000">
              <a:srgbClr val="E2F0D9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449441-195A-0B55-DF03-9CDE088F97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5"/>
            <a:ext cx="10787270" cy="58967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zh-CN" altLang="en-US" sz="3200" b="1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单击此处添加节标题</a:t>
            </a: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E595E66D-2E5C-05DA-12C4-AC3A2A8F9273}"/>
              </a:ext>
            </a:extLst>
          </p:cNvPr>
          <p:cNvCxnSpPr>
            <a:cxnSpLocks/>
          </p:cNvCxnSpPr>
          <p:nvPr/>
        </p:nvCxnSpPr>
        <p:spPr>
          <a:xfrm>
            <a:off x="0" y="589708"/>
            <a:ext cx="12192000" cy="0"/>
          </a:xfrm>
          <a:prstGeom prst="line">
            <a:avLst/>
          </a:prstGeom>
          <a:ln w="25400">
            <a:gradFill flip="none" rotWithShape="1">
              <a:gsLst>
                <a:gs pos="100000">
                  <a:srgbClr val="FF0000"/>
                </a:gs>
                <a:gs pos="45000">
                  <a:srgbClr val="4472C4"/>
                </a:gs>
                <a:gs pos="68000">
                  <a:srgbClr val="92D050"/>
                </a:gs>
                <a:gs pos="84000">
                  <a:srgbClr val="FFC00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日期占位符 1">
            <a:extLst>
              <a:ext uri="{FF2B5EF4-FFF2-40B4-BE49-F238E27FC236}">
                <a16:creationId xmlns:a16="http://schemas.microsoft.com/office/drawing/2014/main" id="{9887738B-4CD6-A95E-2777-55BCB1839D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5591" y="6356350"/>
            <a:ext cx="3405809" cy="365125"/>
          </a:xfrm>
          <a:prstGeom prst="rect">
            <a:avLst/>
          </a:prstGeom>
        </p:spPr>
        <p:txBody>
          <a:bodyPr/>
          <a:lstStyle>
            <a:lvl1pPr>
              <a:defRPr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913FDBA-D011-4A12-B987-F96FF7FE29E7}" type="datetime1">
              <a:rPr lang="zh-CN" altLang="en-US" smtClean="0"/>
              <a:pPr/>
              <a:t>2025/12/31</a:t>
            </a:fld>
            <a:endParaRPr lang="zh-CN" altLang="en-US" dirty="0"/>
          </a:p>
        </p:txBody>
      </p:sp>
      <p:sp>
        <p:nvSpPr>
          <p:cNvPr id="12" name="页脚占位符 7">
            <a:extLst>
              <a:ext uri="{FF2B5EF4-FFF2-40B4-BE49-F238E27FC236}">
                <a16:creationId xmlns:a16="http://schemas.microsoft.com/office/drawing/2014/main" id="{50774356-A950-6C85-D4E5-A1A66AD19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3" name="灯片编号占位符 8">
            <a:extLst>
              <a:ext uri="{FF2B5EF4-FFF2-40B4-BE49-F238E27FC236}">
                <a16:creationId xmlns:a16="http://schemas.microsoft.com/office/drawing/2014/main" id="{5A65C770-E330-4620-5AAE-D36466B1E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356350"/>
            <a:ext cx="3405809" cy="365125"/>
          </a:xfrm>
          <a:prstGeom prst="rect">
            <a:avLst/>
          </a:prstGeom>
        </p:spPr>
        <p:txBody>
          <a:bodyPr/>
          <a:lstStyle>
            <a:lvl1pPr algn="r">
              <a:defRPr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39EF595-E8D9-4A93-A825-2C2446B05F6B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221DA8B6-065D-5077-5675-D8A968B0F53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7270" y="0"/>
            <a:ext cx="959181" cy="960782"/>
          </a:xfrm>
          <a:prstGeom prst="rect">
            <a:avLst/>
          </a:prstGeom>
        </p:spPr>
      </p:pic>
      <p:sp>
        <p:nvSpPr>
          <p:cNvPr id="5" name="内容占位符 2">
            <a:extLst>
              <a:ext uri="{FF2B5EF4-FFF2-40B4-BE49-F238E27FC236}">
                <a16:creationId xmlns:a16="http://schemas.microsoft.com/office/drawing/2014/main" id="{4E6F2B64-E1EF-E33A-1A13-9FA0322AD229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75591" y="769096"/>
            <a:ext cx="11840817" cy="1113416"/>
          </a:xfrm>
          <a:prstGeom prst="rect">
            <a:avLst/>
          </a:prstGeom>
          <a:ln w="25400">
            <a:solidFill>
              <a:schemeClr val="accent1"/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lang="zh-CN" altLang="en-US" sz="24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>
              <a:lnSpc>
                <a:spcPct val="100000"/>
              </a:lnSpc>
              <a:spcBef>
                <a:spcPts val="1200"/>
              </a:spcBef>
              <a:buNone/>
              <a:defRPr sz="20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2pPr>
            <a:lvl3pPr>
              <a:lnSpc>
                <a:spcPct val="100000"/>
              </a:lnSpc>
              <a:spcBef>
                <a:spcPts val="1200"/>
              </a:spcBef>
              <a:defRPr sz="1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3pPr>
            <a:lvl4pPr>
              <a:lnSpc>
                <a:spcPct val="100000"/>
              </a:lnSpc>
              <a:spcBef>
                <a:spcPts val="1200"/>
              </a:spcBef>
              <a:defRPr sz="1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4pPr>
            <a:lvl5pPr>
              <a:lnSpc>
                <a:spcPct val="100000"/>
              </a:lnSpc>
              <a:spcBef>
                <a:spcPts val="1200"/>
              </a:spcBef>
              <a:defRPr sz="1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5pPr>
          </a:lstStyle>
          <a:p>
            <a:pPr lvl="0">
              <a:lnSpc>
                <a:spcPct val="100000"/>
              </a:lnSpc>
              <a:spcBef>
                <a:spcPts val="1200"/>
              </a:spcBef>
            </a:pPr>
            <a:r>
              <a:rPr lang="zh-CN" altLang="en-US" dirty="0"/>
              <a:t>摘要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CC2FCCC7-8F35-0ECF-7CE6-EF5F81D06239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175591" y="2017986"/>
            <a:ext cx="5844208" cy="4166064"/>
          </a:xfrm>
          <a:prstGeom prst="rect">
            <a:avLst/>
          </a:prstGeom>
          <a:ln w="25400">
            <a:gradFill>
              <a:gsLst>
                <a:gs pos="45000">
                  <a:srgbClr val="4472C4"/>
                </a:gs>
                <a:gs pos="68000">
                  <a:srgbClr val="92D050"/>
                </a:gs>
                <a:gs pos="84000">
                  <a:srgbClr val="FFC000"/>
                </a:gs>
                <a:gs pos="100000">
                  <a:srgbClr val="FF0000"/>
                </a:gs>
              </a:gsLst>
              <a:lin ang="6600000" scaled="0"/>
            </a:gra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lang="zh-CN" altLang="en-US" sz="24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>
              <a:lnSpc>
                <a:spcPct val="100000"/>
              </a:lnSpc>
              <a:spcBef>
                <a:spcPts val="1200"/>
              </a:spcBef>
              <a:def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2pPr>
            <a:lvl3pPr>
              <a:lnSpc>
                <a:spcPct val="100000"/>
              </a:lnSpc>
              <a:spcBef>
                <a:spcPts val="1200"/>
              </a:spcBef>
              <a:defRPr lang="zh-CN" altLang="en-US" sz="1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3pPr>
            <a:lvl4pPr>
              <a:lnSpc>
                <a:spcPct val="100000"/>
              </a:lnSpc>
              <a:spcBef>
                <a:spcPts val="1200"/>
              </a:spcBef>
              <a:def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4pPr>
            <a:lvl5pPr>
              <a:lnSpc>
                <a:spcPct val="100000"/>
              </a:lnSpc>
              <a:spcBef>
                <a:spcPts val="1200"/>
              </a:spcBef>
              <a:def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5pPr>
          </a:lstStyle>
          <a:p>
            <a:pPr lvl="0">
              <a:lnSpc>
                <a:spcPct val="100000"/>
              </a:lnSpc>
              <a:spcBef>
                <a:spcPts val="1200"/>
              </a:spcBef>
            </a:pPr>
            <a:r>
              <a:rPr lang="zh-CN" altLang="en-US" dirty="0"/>
              <a:t>第一栏，一级内容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zh-CN" altLang="en-US" dirty="0"/>
              <a:t>二级</a:t>
            </a:r>
          </a:p>
          <a:p>
            <a:pPr lvl="2">
              <a:lnSpc>
                <a:spcPct val="100000"/>
              </a:lnSpc>
              <a:spcBef>
                <a:spcPts val="1200"/>
              </a:spcBef>
            </a:pPr>
            <a:r>
              <a:rPr lang="zh-CN" altLang="en-US" dirty="0"/>
              <a:t>三级</a:t>
            </a:r>
          </a:p>
          <a:p>
            <a:pPr lvl="3">
              <a:lnSpc>
                <a:spcPct val="100000"/>
              </a:lnSpc>
              <a:spcBef>
                <a:spcPts val="1200"/>
              </a:spcBef>
            </a:pPr>
            <a:r>
              <a:rPr lang="zh-CN" altLang="en-US" dirty="0"/>
              <a:t>四级</a:t>
            </a:r>
          </a:p>
          <a:p>
            <a:pPr lvl="4">
              <a:lnSpc>
                <a:spcPct val="100000"/>
              </a:lnSpc>
              <a:spcBef>
                <a:spcPts val="1200"/>
              </a:spcBef>
            </a:pPr>
            <a:r>
              <a:rPr lang="zh-CN" altLang="en-US" dirty="0"/>
              <a:t>五级</a:t>
            </a: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3B8E2325-31DD-3AD8-1687-5E1FC6E9154C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172202" y="2017986"/>
            <a:ext cx="5844209" cy="4166064"/>
          </a:xfrm>
          <a:prstGeom prst="rect">
            <a:avLst/>
          </a:prstGeom>
          <a:ln w="25400">
            <a:gradFill>
              <a:gsLst>
                <a:gs pos="80000">
                  <a:srgbClr val="4472C4"/>
                </a:gs>
                <a:gs pos="100000">
                  <a:srgbClr val="92D050"/>
                </a:gs>
              </a:gsLst>
              <a:lin ang="6600000" scaled="0"/>
            </a:gra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>
              <a:lnSpc>
                <a:spcPct val="100000"/>
              </a:lnSpc>
              <a:spcBef>
                <a:spcPts val="1200"/>
              </a:spcBef>
              <a:def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2pPr>
            <a:lvl3pPr>
              <a:lnSpc>
                <a:spcPct val="100000"/>
              </a:lnSpc>
              <a:spcBef>
                <a:spcPts val="1200"/>
              </a:spcBef>
              <a:defRPr lang="zh-CN" altLang="en-US" sz="1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3pPr>
            <a:lvl4pPr>
              <a:lnSpc>
                <a:spcPct val="100000"/>
              </a:lnSpc>
              <a:spcBef>
                <a:spcPts val="1200"/>
              </a:spcBef>
              <a:def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4pPr>
            <a:lvl5pPr>
              <a:lnSpc>
                <a:spcPct val="100000"/>
              </a:lnSpc>
              <a:spcBef>
                <a:spcPts val="1200"/>
              </a:spcBef>
              <a:def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5pPr>
          </a:lstStyle>
          <a:p>
            <a:pPr lvl="0">
              <a:lnSpc>
                <a:spcPct val="100000"/>
              </a:lnSpc>
              <a:spcBef>
                <a:spcPts val="1200"/>
              </a:spcBef>
            </a:pPr>
            <a:r>
              <a:rPr lang="zh-CN" altLang="en-US" dirty="0"/>
              <a:t>第二栏，一级内容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zh-CN" altLang="en-US" dirty="0"/>
              <a:t>二级</a:t>
            </a:r>
          </a:p>
          <a:p>
            <a:pPr lvl="2">
              <a:lnSpc>
                <a:spcPct val="100000"/>
              </a:lnSpc>
              <a:spcBef>
                <a:spcPts val="1200"/>
              </a:spcBef>
            </a:pPr>
            <a:r>
              <a:rPr lang="zh-CN" altLang="en-US" dirty="0"/>
              <a:t>三级</a:t>
            </a:r>
          </a:p>
          <a:p>
            <a:pPr lvl="3">
              <a:lnSpc>
                <a:spcPct val="100000"/>
              </a:lnSpc>
              <a:spcBef>
                <a:spcPts val="1200"/>
              </a:spcBef>
            </a:pPr>
            <a:r>
              <a:rPr lang="zh-CN" altLang="en-US" dirty="0"/>
              <a:t>四级</a:t>
            </a:r>
          </a:p>
          <a:p>
            <a:pPr lvl="4">
              <a:lnSpc>
                <a:spcPct val="100000"/>
              </a:lnSpc>
              <a:spcBef>
                <a:spcPts val="1200"/>
              </a:spcBef>
            </a:pPr>
            <a:r>
              <a:rPr lang="zh-CN" altLang="en-US" dirty="0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9585994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+总结">
    <p:bg>
      <p:bgPr>
        <a:gradFill>
          <a:gsLst>
            <a:gs pos="0">
              <a:srgbClr val="FFFFD9"/>
            </a:gs>
            <a:gs pos="100000">
              <a:srgbClr val="E2F0D9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449441-195A-0B55-DF03-9CDE088F97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5"/>
            <a:ext cx="10787270" cy="58967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zh-CN" altLang="en-US" sz="3200" b="1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单击此处添加节标题</a:t>
            </a: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E595E66D-2E5C-05DA-12C4-AC3A2A8F9273}"/>
              </a:ext>
            </a:extLst>
          </p:cNvPr>
          <p:cNvCxnSpPr>
            <a:cxnSpLocks/>
          </p:cNvCxnSpPr>
          <p:nvPr/>
        </p:nvCxnSpPr>
        <p:spPr>
          <a:xfrm>
            <a:off x="0" y="589708"/>
            <a:ext cx="12192000" cy="0"/>
          </a:xfrm>
          <a:prstGeom prst="line">
            <a:avLst/>
          </a:prstGeom>
          <a:ln w="25400">
            <a:gradFill flip="none" rotWithShape="1">
              <a:gsLst>
                <a:gs pos="100000">
                  <a:srgbClr val="FF0000"/>
                </a:gs>
                <a:gs pos="45000">
                  <a:srgbClr val="4472C4"/>
                </a:gs>
                <a:gs pos="68000">
                  <a:srgbClr val="92D050"/>
                </a:gs>
                <a:gs pos="84000">
                  <a:srgbClr val="FFC00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日期占位符 1">
            <a:extLst>
              <a:ext uri="{FF2B5EF4-FFF2-40B4-BE49-F238E27FC236}">
                <a16:creationId xmlns:a16="http://schemas.microsoft.com/office/drawing/2014/main" id="{9887738B-4CD6-A95E-2777-55BCB1839D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5591" y="6356350"/>
            <a:ext cx="3405809" cy="365125"/>
          </a:xfrm>
          <a:prstGeom prst="rect">
            <a:avLst/>
          </a:prstGeom>
        </p:spPr>
        <p:txBody>
          <a:bodyPr/>
          <a:lstStyle>
            <a:lvl1pPr>
              <a:defRPr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913FDBA-D011-4A12-B987-F96FF7FE29E7}" type="datetime1">
              <a:rPr lang="zh-CN" altLang="en-US" smtClean="0"/>
              <a:pPr/>
              <a:t>2025/12/31</a:t>
            </a:fld>
            <a:endParaRPr lang="zh-CN" altLang="en-US" dirty="0"/>
          </a:p>
        </p:txBody>
      </p:sp>
      <p:sp>
        <p:nvSpPr>
          <p:cNvPr id="12" name="页脚占位符 7">
            <a:extLst>
              <a:ext uri="{FF2B5EF4-FFF2-40B4-BE49-F238E27FC236}">
                <a16:creationId xmlns:a16="http://schemas.microsoft.com/office/drawing/2014/main" id="{50774356-A950-6C85-D4E5-A1A66AD19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3" name="灯片编号占位符 8">
            <a:extLst>
              <a:ext uri="{FF2B5EF4-FFF2-40B4-BE49-F238E27FC236}">
                <a16:creationId xmlns:a16="http://schemas.microsoft.com/office/drawing/2014/main" id="{5A65C770-E330-4620-5AAE-D36466B1E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356350"/>
            <a:ext cx="3405809" cy="365125"/>
          </a:xfrm>
          <a:prstGeom prst="rect">
            <a:avLst/>
          </a:prstGeom>
        </p:spPr>
        <p:txBody>
          <a:bodyPr/>
          <a:lstStyle>
            <a:lvl1pPr algn="r">
              <a:defRPr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39EF595-E8D9-4A93-A825-2C2446B05F6B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221DA8B6-065D-5077-5675-D8A968B0F53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7270" y="0"/>
            <a:ext cx="959181" cy="960782"/>
          </a:xfrm>
          <a:prstGeom prst="rect">
            <a:avLst/>
          </a:prstGeom>
        </p:spPr>
      </p:pic>
      <p:sp>
        <p:nvSpPr>
          <p:cNvPr id="5" name="内容占位符 2">
            <a:extLst>
              <a:ext uri="{FF2B5EF4-FFF2-40B4-BE49-F238E27FC236}">
                <a16:creationId xmlns:a16="http://schemas.microsoft.com/office/drawing/2014/main" id="{4E6F2B64-E1EF-E33A-1A13-9FA0322AD229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75589" y="5070634"/>
            <a:ext cx="11840817" cy="111341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lang="zh-CN" altLang="en-US" sz="2400" kern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>
              <a:lnSpc>
                <a:spcPct val="100000"/>
              </a:lnSpc>
              <a:spcBef>
                <a:spcPts val="1200"/>
              </a:spcBef>
              <a:buNone/>
              <a:defRPr sz="20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2pPr>
            <a:lvl3pPr>
              <a:lnSpc>
                <a:spcPct val="100000"/>
              </a:lnSpc>
              <a:spcBef>
                <a:spcPts val="1200"/>
              </a:spcBef>
              <a:defRPr sz="1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3pPr>
            <a:lvl4pPr>
              <a:lnSpc>
                <a:spcPct val="100000"/>
              </a:lnSpc>
              <a:spcBef>
                <a:spcPts val="1200"/>
              </a:spcBef>
              <a:defRPr sz="1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4pPr>
            <a:lvl5pPr>
              <a:lnSpc>
                <a:spcPct val="100000"/>
              </a:lnSpc>
              <a:spcBef>
                <a:spcPts val="1200"/>
              </a:spcBef>
              <a:defRPr sz="1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dirty="0"/>
              <a:t>总结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CC2FCCC7-8F35-0ECF-7CE6-EF5F81D06239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175586" y="769096"/>
            <a:ext cx="5844208" cy="41660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lang="zh-CN" altLang="en-US" sz="2400" kern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>
              <a:lnSpc>
                <a:spcPct val="100000"/>
              </a:lnSpc>
              <a:spcBef>
                <a:spcPts val="1200"/>
              </a:spcBef>
              <a:defRPr sz="20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2pPr>
            <a:lvl3pPr>
              <a:lnSpc>
                <a:spcPct val="100000"/>
              </a:lnSpc>
              <a:spcBef>
                <a:spcPts val="1200"/>
              </a:spcBef>
              <a:defRPr sz="1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3pPr>
            <a:lvl4pPr>
              <a:lnSpc>
                <a:spcPct val="100000"/>
              </a:lnSpc>
              <a:spcBef>
                <a:spcPts val="1200"/>
              </a:spcBef>
              <a:defRPr sz="1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4pPr>
            <a:lvl5pPr>
              <a:lnSpc>
                <a:spcPct val="100000"/>
              </a:lnSpc>
              <a:spcBef>
                <a:spcPts val="1200"/>
              </a:spcBef>
              <a:defRPr sz="1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dirty="0"/>
              <a:t>第一栏，一级内容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3B8E2325-31DD-3AD8-1687-5E1FC6E9154C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172197" y="769096"/>
            <a:ext cx="5844209" cy="41660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lang="zh-CN" altLang="en-US" sz="2400" kern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>
              <a:lnSpc>
                <a:spcPct val="100000"/>
              </a:lnSpc>
              <a:spcBef>
                <a:spcPts val="1200"/>
              </a:spcBef>
              <a:defRPr sz="20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2pPr>
            <a:lvl3pPr>
              <a:lnSpc>
                <a:spcPct val="100000"/>
              </a:lnSpc>
              <a:spcBef>
                <a:spcPts val="1200"/>
              </a:spcBef>
              <a:defRPr sz="1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3pPr>
            <a:lvl4pPr>
              <a:lnSpc>
                <a:spcPct val="100000"/>
              </a:lnSpc>
              <a:spcBef>
                <a:spcPts val="1200"/>
              </a:spcBef>
              <a:defRPr sz="1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4pPr>
            <a:lvl5pPr>
              <a:lnSpc>
                <a:spcPct val="100000"/>
              </a:lnSpc>
              <a:spcBef>
                <a:spcPts val="1200"/>
              </a:spcBef>
              <a:defRPr sz="1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dirty="0"/>
              <a:t>第二栏，一级内容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14243206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+总结-彩">
    <p:bg>
      <p:bgPr>
        <a:gradFill>
          <a:gsLst>
            <a:gs pos="0">
              <a:srgbClr val="FFFFD9"/>
            </a:gs>
            <a:gs pos="100000">
              <a:srgbClr val="E2F0D9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449441-195A-0B55-DF03-9CDE088F97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5"/>
            <a:ext cx="10787270" cy="58967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zh-CN" altLang="en-US" sz="3200" b="1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单击此处添加节标题</a:t>
            </a: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E595E66D-2E5C-05DA-12C4-AC3A2A8F9273}"/>
              </a:ext>
            </a:extLst>
          </p:cNvPr>
          <p:cNvCxnSpPr>
            <a:cxnSpLocks/>
          </p:cNvCxnSpPr>
          <p:nvPr/>
        </p:nvCxnSpPr>
        <p:spPr>
          <a:xfrm>
            <a:off x="0" y="589708"/>
            <a:ext cx="12192000" cy="0"/>
          </a:xfrm>
          <a:prstGeom prst="line">
            <a:avLst/>
          </a:prstGeom>
          <a:ln w="25400">
            <a:gradFill flip="none" rotWithShape="1">
              <a:gsLst>
                <a:gs pos="100000">
                  <a:srgbClr val="FF0000"/>
                </a:gs>
                <a:gs pos="45000">
                  <a:srgbClr val="4472C4"/>
                </a:gs>
                <a:gs pos="68000">
                  <a:srgbClr val="92D050"/>
                </a:gs>
                <a:gs pos="84000">
                  <a:srgbClr val="FFC00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日期占位符 1">
            <a:extLst>
              <a:ext uri="{FF2B5EF4-FFF2-40B4-BE49-F238E27FC236}">
                <a16:creationId xmlns:a16="http://schemas.microsoft.com/office/drawing/2014/main" id="{9887738B-4CD6-A95E-2777-55BCB1839D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5591" y="6356350"/>
            <a:ext cx="3405809" cy="365125"/>
          </a:xfrm>
          <a:prstGeom prst="rect">
            <a:avLst/>
          </a:prstGeom>
        </p:spPr>
        <p:txBody>
          <a:bodyPr/>
          <a:lstStyle>
            <a:lvl1pPr>
              <a:defRPr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913FDBA-D011-4A12-B987-F96FF7FE29E7}" type="datetime1">
              <a:rPr lang="zh-CN" altLang="en-US" smtClean="0"/>
              <a:pPr/>
              <a:t>2025/12/31</a:t>
            </a:fld>
            <a:endParaRPr lang="zh-CN" altLang="en-US" dirty="0"/>
          </a:p>
        </p:txBody>
      </p:sp>
      <p:sp>
        <p:nvSpPr>
          <p:cNvPr id="12" name="页脚占位符 7">
            <a:extLst>
              <a:ext uri="{FF2B5EF4-FFF2-40B4-BE49-F238E27FC236}">
                <a16:creationId xmlns:a16="http://schemas.microsoft.com/office/drawing/2014/main" id="{50774356-A950-6C85-D4E5-A1A66AD19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3" name="灯片编号占位符 8">
            <a:extLst>
              <a:ext uri="{FF2B5EF4-FFF2-40B4-BE49-F238E27FC236}">
                <a16:creationId xmlns:a16="http://schemas.microsoft.com/office/drawing/2014/main" id="{5A65C770-E330-4620-5AAE-D36466B1E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356350"/>
            <a:ext cx="3405809" cy="365125"/>
          </a:xfrm>
          <a:prstGeom prst="rect">
            <a:avLst/>
          </a:prstGeom>
        </p:spPr>
        <p:txBody>
          <a:bodyPr/>
          <a:lstStyle>
            <a:lvl1pPr algn="r">
              <a:defRPr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39EF595-E8D9-4A93-A825-2C2446B05F6B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221DA8B6-065D-5077-5675-D8A968B0F53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7270" y="0"/>
            <a:ext cx="959181" cy="960782"/>
          </a:xfrm>
          <a:prstGeom prst="rect">
            <a:avLst/>
          </a:prstGeom>
        </p:spPr>
      </p:pic>
      <p:sp>
        <p:nvSpPr>
          <p:cNvPr id="5" name="内容占位符 2">
            <a:extLst>
              <a:ext uri="{FF2B5EF4-FFF2-40B4-BE49-F238E27FC236}">
                <a16:creationId xmlns:a16="http://schemas.microsoft.com/office/drawing/2014/main" id="{4E6F2B64-E1EF-E33A-1A13-9FA0322AD229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75589" y="5070634"/>
            <a:ext cx="11840817" cy="1113416"/>
          </a:xfrm>
          <a:prstGeom prst="rect">
            <a:avLst/>
          </a:prstGeom>
          <a:ln w="25400">
            <a:gradFill>
              <a:gsLst>
                <a:gs pos="45000">
                  <a:srgbClr val="4472C4"/>
                </a:gs>
                <a:gs pos="68000">
                  <a:srgbClr val="92D050"/>
                </a:gs>
                <a:gs pos="84000">
                  <a:srgbClr val="FFC000"/>
                </a:gs>
                <a:gs pos="100000">
                  <a:srgbClr val="FF0000"/>
                </a:gs>
              </a:gsLst>
              <a:lin ang="15600000" scaled="0"/>
            </a:gra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>
              <a:lnSpc>
                <a:spcPct val="100000"/>
              </a:lnSpc>
              <a:spcBef>
                <a:spcPts val="1200"/>
              </a:spcBef>
              <a:buNone/>
              <a:defRPr sz="20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2pPr>
            <a:lvl3pPr>
              <a:lnSpc>
                <a:spcPct val="100000"/>
              </a:lnSpc>
              <a:spcBef>
                <a:spcPts val="1200"/>
              </a:spcBef>
              <a:defRPr sz="1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3pPr>
            <a:lvl4pPr>
              <a:lnSpc>
                <a:spcPct val="100000"/>
              </a:lnSpc>
              <a:spcBef>
                <a:spcPts val="1200"/>
              </a:spcBef>
              <a:defRPr sz="1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4pPr>
            <a:lvl5pPr>
              <a:lnSpc>
                <a:spcPct val="100000"/>
              </a:lnSpc>
              <a:spcBef>
                <a:spcPts val="1200"/>
              </a:spcBef>
              <a:defRPr sz="1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5pPr>
          </a:lstStyle>
          <a:p>
            <a:pPr lvl="0">
              <a:lnSpc>
                <a:spcPct val="100000"/>
              </a:lnSpc>
              <a:spcBef>
                <a:spcPts val="1200"/>
              </a:spcBef>
            </a:pPr>
            <a:r>
              <a:rPr lang="zh-CN" altLang="en-US" dirty="0"/>
              <a:t>总结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CC2FCCC7-8F35-0ECF-7CE6-EF5F81D06239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175586" y="769096"/>
            <a:ext cx="5844208" cy="4166064"/>
          </a:xfrm>
          <a:prstGeom prst="rect">
            <a:avLst/>
          </a:prstGeom>
          <a:ln w="25400">
            <a:gradFill>
              <a:gsLst>
                <a:gs pos="45000">
                  <a:srgbClr val="4472C4"/>
                </a:gs>
                <a:gs pos="68000">
                  <a:srgbClr val="92D050"/>
                </a:gs>
                <a:gs pos="84000">
                  <a:srgbClr val="FFC000"/>
                </a:gs>
                <a:gs pos="100000">
                  <a:srgbClr val="FF0000"/>
                </a:gs>
              </a:gsLst>
              <a:lin ang="6600000" scaled="0"/>
            </a:gra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>
              <a:lnSpc>
                <a:spcPct val="100000"/>
              </a:lnSpc>
              <a:spcBef>
                <a:spcPts val="1200"/>
              </a:spcBef>
              <a:def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2pPr>
            <a:lvl3pPr>
              <a:lnSpc>
                <a:spcPct val="100000"/>
              </a:lnSpc>
              <a:spcBef>
                <a:spcPts val="1200"/>
              </a:spcBef>
              <a:defRPr lang="zh-CN" altLang="en-US" sz="1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3pPr>
            <a:lvl4pPr>
              <a:lnSpc>
                <a:spcPct val="100000"/>
              </a:lnSpc>
              <a:spcBef>
                <a:spcPts val="1200"/>
              </a:spcBef>
              <a:def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4pPr>
            <a:lvl5pPr>
              <a:lnSpc>
                <a:spcPct val="100000"/>
              </a:lnSpc>
              <a:spcBef>
                <a:spcPts val="1200"/>
              </a:spcBef>
              <a:def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5pPr>
          </a:lstStyle>
          <a:p>
            <a:pPr lvl="0">
              <a:lnSpc>
                <a:spcPct val="100000"/>
              </a:lnSpc>
              <a:spcBef>
                <a:spcPts val="1200"/>
              </a:spcBef>
            </a:pPr>
            <a:r>
              <a:rPr lang="zh-CN" altLang="en-US" dirty="0"/>
              <a:t>第一栏，一级内容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zh-CN" altLang="en-US" dirty="0"/>
              <a:t>二级</a:t>
            </a:r>
          </a:p>
          <a:p>
            <a:pPr lvl="2">
              <a:lnSpc>
                <a:spcPct val="100000"/>
              </a:lnSpc>
              <a:spcBef>
                <a:spcPts val="1200"/>
              </a:spcBef>
            </a:pPr>
            <a:r>
              <a:rPr lang="zh-CN" altLang="en-US" dirty="0"/>
              <a:t>三级</a:t>
            </a:r>
          </a:p>
          <a:p>
            <a:pPr lvl="3">
              <a:lnSpc>
                <a:spcPct val="100000"/>
              </a:lnSpc>
              <a:spcBef>
                <a:spcPts val="1200"/>
              </a:spcBef>
            </a:pPr>
            <a:r>
              <a:rPr lang="zh-CN" altLang="en-US" dirty="0"/>
              <a:t>四级</a:t>
            </a:r>
          </a:p>
          <a:p>
            <a:pPr lvl="4">
              <a:lnSpc>
                <a:spcPct val="100000"/>
              </a:lnSpc>
              <a:spcBef>
                <a:spcPts val="1200"/>
              </a:spcBef>
            </a:pPr>
            <a:r>
              <a:rPr lang="zh-CN" altLang="en-US" dirty="0"/>
              <a:t>五级</a:t>
            </a: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3B8E2325-31DD-3AD8-1687-5E1FC6E9154C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172197" y="769096"/>
            <a:ext cx="5844209" cy="4166064"/>
          </a:xfrm>
          <a:prstGeom prst="rect">
            <a:avLst/>
          </a:prstGeom>
          <a:ln w="25400">
            <a:gradFill>
              <a:gsLst>
                <a:gs pos="80000">
                  <a:srgbClr val="4472C4"/>
                </a:gs>
                <a:gs pos="100000">
                  <a:srgbClr val="92D050"/>
                </a:gs>
              </a:gsLst>
              <a:lin ang="6600000" scaled="0"/>
            </a:gra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>
              <a:lnSpc>
                <a:spcPct val="100000"/>
              </a:lnSpc>
              <a:spcBef>
                <a:spcPts val="1200"/>
              </a:spcBef>
              <a:def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2pPr>
            <a:lvl3pPr>
              <a:lnSpc>
                <a:spcPct val="100000"/>
              </a:lnSpc>
              <a:spcBef>
                <a:spcPts val="1200"/>
              </a:spcBef>
              <a:defRPr lang="zh-CN" altLang="en-US" sz="1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3pPr>
            <a:lvl4pPr>
              <a:lnSpc>
                <a:spcPct val="100000"/>
              </a:lnSpc>
              <a:spcBef>
                <a:spcPts val="1200"/>
              </a:spcBef>
              <a:def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4pPr>
            <a:lvl5pPr>
              <a:lnSpc>
                <a:spcPct val="100000"/>
              </a:lnSpc>
              <a:spcBef>
                <a:spcPts val="1200"/>
              </a:spcBef>
              <a:def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5pPr>
          </a:lstStyle>
          <a:p>
            <a:pPr lvl="0">
              <a:lnSpc>
                <a:spcPct val="100000"/>
              </a:lnSpc>
              <a:spcBef>
                <a:spcPts val="1200"/>
              </a:spcBef>
            </a:pPr>
            <a:r>
              <a:rPr lang="zh-CN" altLang="en-US" dirty="0"/>
              <a:t>第二栏，一级内容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zh-CN" altLang="en-US" dirty="0"/>
              <a:t>二级</a:t>
            </a:r>
          </a:p>
          <a:p>
            <a:pPr lvl="2">
              <a:lnSpc>
                <a:spcPct val="100000"/>
              </a:lnSpc>
              <a:spcBef>
                <a:spcPts val="1200"/>
              </a:spcBef>
            </a:pPr>
            <a:r>
              <a:rPr lang="zh-CN" altLang="en-US" dirty="0"/>
              <a:t>三级</a:t>
            </a:r>
          </a:p>
          <a:p>
            <a:pPr lvl="3">
              <a:lnSpc>
                <a:spcPct val="100000"/>
              </a:lnSpc>
              <a:spcBef>
                <a:spcPts val="1200"/>
              </a:spcBef>
            </a:pPr>
            <a:r>
              <a:rPr lang="zh-CN" altLang="en-US" dirty="0"/>
              <a:t>四级</a:t>
            </a:r>
          </a:p>
          <a:p>
            <a:pPr lvl="4">
              <a:lnSpc>
                <a:spcPct val="100000"/>
              </a:lnSpc>
              <a:spcBef>
                <a:spcPts val="1200"/>
              </a:spcBef>
            </a:pPr>
            <a:r>
              <a:rPr lang="zh-CN" altLang="en-US" dirty="0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11198229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三栏内容">
    <p:bg>
      <p:bgPr>
        <a:gradFill>
          <a:gsLst>
            <a:gs pos="0">
              <a:srgbClr val="FFFFD9"/>
            </a:gs>
            <a:gs pos="100000">
              <a:srgbClr val="E2F0D9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449441-195A-0B55-DF03-9CDE088F97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5"/>
            <a:ext cx="10787270" cy="58967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zh-CN" altLang="en-US" sz="3200" b="1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单击此处添加节标题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6E4210C-D33B-8D37-95CB-863E56368E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153400" y="762008"/>
            <a:ext cx="3863008" cy="541495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24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>
              <a:lnSpc>
                <a:spcPct val="100000"/>
              </a:lnSpc>
              <a:spcBef>
                <a:spcPts val="1200"/>
              </a:spcBef>
              <a:defRPr sz="20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2pPr>
            <a:lvl3pPr>
              <a:lnSpc>
                <a:spcPct val="100000"/>
              </a:lnSpc>
              <a:spcBef>
                <a:spcPts val="1200"/>
              </a:spcBef>
              <a:defRPr sz="1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3pPr>
            <a:lvl4pPr>
              <a:lnSpc>
                <a:spcPct val="100000"/>
              </a:lnSpc>
              <a:spcBef>
                <a:spcPts val="1200"/>
              </a:spcBef>
              <a:defRPr sz="1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4pPr>
            <a:lvl5pPr>
              <a:lnSpc>
                <a:spcPct val="100000"/>
              </a:lnSpc>
              <a:spcBef>
                <a:spcPts val="1200"/>
              </a:spcBef>
              <a:defRPr sz="1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dirty="0"/>
              <a:t>第三栏，一级内容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E595E66D-2E5C-05DA-12C4-AC3A2A8F9273}"/>
              </a:ext>
            </a:extLst>
          </p:cNvPr>
          <p:cNvCxnSpPr>
            <a:cxnSpLocks/>
          </p:cNvCxnSpPr>
          <p:nvPr/>
        </p:nvCxnSpPr>
        <p:spPr>
          <a:xfrm>
            <a:off x="0" y="589708"/>
            <a:ext cx="12192000" cy="0"/>
          </a:xfrm>
          <a:prstGeom prst="line">
            <a:avLst/>
          </a:prstGeom>
          <a:ln w="25400">
            <a:gradFill flip="none" rotWithShape="1">
              <a:gsLst>
                <a:gs pos="100000">
                  <a:srgbClr val="FF0000"/>
                </a:gs>
                <a:gs pos="45000">
                  <a:srgbClr val="4472C4"/>
                </a:gs>
                <a:gs pos="68000">
                  <a:srgbClr val="92D050"/>
                </a:gs>
                <a:gs pos="84000">
                  <a:srgbClr val="FFC00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日期占位符 1">
            <a:extLst>
              <a:ext uri="{FF2B5EF4-FFF2-40B4-BE49-F238E27FC236}">
                <a16:creationId xmlns:a16="http://schemas.microsoft.com/office/drawing/2014/main" id="{9887738B-4CD6-A95E-2777-55BCB1839D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5591" y="6356350"/>
            <a:ext cx="3405809" cy="365125"/>
          </a:xfrm>
          <a:prstGeom prst="rect">
            <a:avLst/>
          </a:prstGeom>
        </p:spPr>
        <p:txBody>
          <a:bodyPr/>
          <a:lstStyle>
            <a:lvl1pPr>
              <a:defRPr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913FDBA-D011-4A12-B987-F96FF7FE29E7}" type="datetime1">
              <a:rPr lang="zh-CN" altLang="en-US" smtClean="0"/>
              <a:pPr/>
              <a:t>2025/12/31</a:t>
            </a:fld>
            <a:endParaRPr lang="zh-CN" altLang="en-US" dirty="0"/>
          </a:p>
        </p:txBody>
      </p:sp>
      <p:sp>
        <p:nvSpPr>
          <p:cNvPr id="12" name="页脚占位符 7">
            <a:extLst>
              <a:ext uri="{FF2B5EF4-FFF2-40B4-BE49-F238E27FC236}">
                <a16:creationId xmlns:a16="http://schemas.microsoft.com/office/drawing/2014/main" id="{50774356-A950-6C85-D4E5-A1A66AD19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3" name="灯片编号占位符 8">
            <a:extLst>
              <a:ext uri="{FF2B5EF4-FFF2-40B4-BE49-F238E27FC236}">
                <a16:creationId xmlns:a16="http://schemas.microsoft.com/office/drawing/2014/main" id="{5A65C770-E330-4620-5AAE-D36466B1E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356350"/>
            <a:ext cx="3405809" cy="365125"/>
          </a:xfrm>
          <a:prstGeom prst="rect">
            <a:avLst/>
          </a:prstGeom>
        </p:spPr>
        <p:txBody>
          <a:bodyPr/>
          <a:lstStyle>
            <a:lvl1pPr algn="r">
              <a:defRPr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39EF595-E8D9-4A93-A825-2C2446B05F6B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1E60C4AE-A355-617D-2416-F24850BD8B84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164495" y="769095"/>
            <a:ext cx="3863007" cy="541495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lang="zh-CN" altLang="en-US" sz="2400" kern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>
              <a:lnSpc>
                <a:spcPct val="100000"/>
              </a:lnSpc>
              <a:spcBef>
                <a:spcPts val="1200"/>
              </a:spcBef>
              <a:defRPr sz="20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2pPr>
            <a:lvl3pPr>
              <a:lnSpc>
                <a:spcPct val="100000"/>
              </a:lnSpc>
              <a:spcBef>
                <a:spcPts val="1200"/>
              </a:spcBef>
              <a:defRPr sz="1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3pPr>
            <a:lvl4pPr>
              <a:lnSpc>
                <a:spcPct val="100000"/>
              </a:lnSpc>
              <a:spcBef>
                <a:spcPts val="1200"/>
              </a:spcBef>
              <a:defRPr sz="1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4pPr>
            <a:lvl5pPr>
              <a:lnSpc>
                <a:spcPct val="100000"/>
              </a:lnSpc>
              <a:spcBef>
                <a:spcPts val="1200"/>
              </a:spcBef>
              <a:defRPr sz="1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dirty="0"/>
              <a:t>第二栏，一级内容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FB51A4C4-5B51-2760-6334-2EE7BCEC861E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75591" y="769095"/>
            <a:ext cx="3863007" cy="541495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lang="zh-CN" altLang="en-US" sz="2400" kern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>
              <a:lnSpc>
                <a:spcPct val="100000"/>
              </a:lnSpc>
              <a:spcBef>
                <a:spcPts val="1200"/>
              </a:spcBef>
              <a:defRPr sz="20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2pPr>
            <a:lvl3pPr>
              <a:lnSpc>
                <a:spcPct val="100000"/>
              </a:lnSpc>
              <a:spcBef>
                <a:spcPts val="1200"/>
              </a:spcBef>
              <a:defRPr sz="1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3pPr>
            <a:lvl4pPr>
              <a:lnSpc>
                <a:spcPct val="100000"/>
              </a:lnSpc>
              <a:spcBef>
                <a:spcPts val="1200"/>
              </a:spcBef>
              <a:defRPr sz="1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4pPr>
            <a:lvl5pPr>
              <a:lnSpc>
                <a:spcPct val="100000"/>
              </a:lnSpc>
              <a:spcBef>
                <a:spcPts val="1200"/>
              </a:spcBef>
              <a:defRPr sz="1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dirty="0"/>
              <a:t>第一栏，一级内容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221DA8B6-065D-5077-5675-D8A968B0F53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7270" y="0"/>
            <a:ext cx="959181" cy="960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77947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三栏内容-彩">
    <p:bg>
      <p:bgPr>
        <a:gradFill>
          <a:gsLst>
            <a:gs pos="0">
              <a:srgbClr val="FFFFD9"/>
            </a:gs>
            <a:gs pos="100000">
              <a:srgbClr val="E2F0D9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449441-195A-0B55-DF03-9CDE088F97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5"/>
            <a:ext cx="10787270" cy="58967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zh-CN" altLang="en-US" sz="3200" b="1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单击此处添加节标题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6E4210C-D33B-8D37-95CB-863E56368E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153400" y="762008"/>
            <a:ext cx="3863008" cy="5414955"/>
          </a:xfrm>
          <a:prstGeom prst="rect">
            <a:avLst/>
          </a:prstGeom>
          <a:ln w="25400">
            <a:gradFill>
              <a:gsLst>
                <a:gs pos="78000">
                  <a:srgbClr val="4472C4"/>
                </a:gs>
                <a:gs pos="100000">
                  <a:srgbClr val="98CC4B"/>
                </a:gs>
              </a:gsLst>
              <a:lin ang="6600000" scaled="0"/>
            </a:gra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>
              <a:lnSpc>
                <a:spcPct val="100000"/>
              </a:lnSpc>
              <a:spcBef>
                <a:spcPts val="1200"/>
              </a:spcBef>
              <a:def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2pPr>
            <a:lvl3pPr>
              <a:lnSpc>
                <a:spcPct val="100000"/>
              </a:lnSpc>
              <a:spcBef>
                <a:spcPts val="1200"/>
              </a:spcBef>
              <a:defRPr lang="zh-CN" altLang="en-US" sz="1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3pPr>
            <a:lvl4pPr>
              <a:lnSpc>
                <a:spcPct val="100000"/>
              </a:lnSpc>
              <a:spcBef>
                <a:spcPts val="1200"/>
              </a:spcBef>
              <a:def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4pPr>
            <a:lvl5pPr>
              <a:lnSpc>
                <a:spcPct val="100000"/>
              </a:lnSpc>
              <a:spcBef>
                <a:spcPts val="1200"/>
              </a:spcBef>
              <a:def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5pPr>
          </a:lstStyle>
          <a:p>
            <a:pPr lvl="0">
              <a:lnSpc>
                <a:spcPct val="100000"/>
              </a:lnSpc>
              <a:spcBef>
                <a:spcPts val="1200"/>
              </a:spcBef>
            </a:pPr>
            <a:r>
              <a:rPr lang="zh-CN" altLang="en-US" dirty="0"/>
              <a:t>第三栏，一级内容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zh-CN" altLang="en-US" dirty="0"/>
              <a:t>二级</a:t>
            </a:r>
          </a:p>
          <a:p>
            <a:pPr lvl="2">
              <a:lnSpc>
                <a:spcPct val="100000"/>
              </a:lnSpc>
              <a:spcBef>
                <a:spcPts val="1200"/>
              </a:spcBef>
            </a:pPr>
            <a:r>
              <a:rPr lang="zh-CN" altLang="en-US" dirty="0"/>
              <a:t>三级</a:t>
            </a:r>
          </a:p>
          <a:p>
            <a:pPr lvl="3">
              <a:lnSpc>
                <a:spcPct val="100000"/>
              </a:lnSpc>
              <a:spcBef>
                <a:spcPts val="1200"/>
              </a:spcBef>
            </a:pPr>
            <a:r>
              <a:rPr lang="zh-CN" altLang="en-US" dirty="0"/>
              <a:t>四级</a:t>
            </a:r>
          </a:p>
          <a:p>
            <a:pPr lvl="4">
              <a:lnSpc>
                <a:spcPct val="100000"/>
              </a:lnSpc>
              <a:spcBef>
                <a:spcPts val="1200"/>
              </a:spcBef>
            </a:pPr>
            <a:r>
              <a:rPr lang="zh-CN" altLang="en-US" dirty="0"/>
              <a:t>五级</a:t>
            </a: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E595E66D-2E5C-05DA-12C4-AC3A2A8F9273}"/>
              </a:ext>
            </a:extLst>
          </p:cNvPr>
          <p:cNvCxnSpPr>
            <a:cxnSpLocks/>
          </p:cNvCxnSpPr>
          <p:nvPr/>
        </p:nvCxnSpPr>
        <p:spPr>
          <a:xfrm>
            <a:off x="0" y="589708"/>
            <a:ext cx="12192000" cy="0"/>
          </a:xfrm>
          <a:prstGeom prst="line">
            <a:avLst/>
          </a:prstGeom>
          <a:ln w="25400">
            <a:gradFill flip="none" rotWithShape="1">
              <a:gsLst>
                <a:gs pos="100000">
                  <a:srgbClr val="FF0000"/>
                </a:gs>
                <a:gs pos="45000">
                  <a:srgbClr val="4472C4"/>
                </a:gs>
                <a:gs pos="68000">
                  <a:srgbClr val="92D050"/>
                </a:gs>
                <a:gs pos="84000">
                  <a:srgbClr val="FFC00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日期占位符 1">
            <a:extLst>
              <a:ext uri="{FF2B5EF4-FFF2-40B4-BE49-F238E27FC236}">
                <a16:creationId xmlns:a16="http://schemas.microsoft.com/office/drawing/2014/main" id="{9887738B-4CD6-A95E-2777-55BCB1839D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5591" y="6356350"/>
            <a:ext cx="3405809" cy="365125"/>
          </a:xfrm>
          <a:prstGeom prst="rect">
            <a:avLst/>
          </a:prstGeom>
        </p:spPr>
        <p:txBody>
          <a:bodyPr/>
          <a:lstStyle>
            <a:lvl1pPr>
              <a:defRPr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913FDBA-D011-4A12-B987-F96FF7FE29E7}" type="datetime1">
              <a:rPr lang="zh-CN" altLang="en-US" smtClean="0"/>
              <a:pPr/>
              <a:t>2025/12/31</a:t>
            </a:fld>
            <a:endParaRPr lang="zh-CN" altLang="en-US" dirty="0"/>
          </a:p>
        </p:txBody>
      </p:sp>
      <p:sp>
        <p:nvSpPr>
          <p:cNvPr id="12" name="页脚占位符 7">
            <a:extLst>
              <a:ext uri="{FF2B5EF4-FFF2-40B4-BE49-F238E27FC236}">
                <a16:creationId xmlns:a16="http://schemas.microsoft.com/office/drawing/2014/main" id="{50774356-A950-6C85-D4E5-A1A66AD19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3" name="灯片编号占位符 8">
            <a:extLst>
              <a:ext uri="{FF2B5EF4-FFF2-40B4-BE49-F238E27FC236}">
                <a16:creationId xmlns:a16="http://schemas.microsoft.com/office/drawing/2014/main" id="{5A65C770-E330-4620-5AAE-D36466B1E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356350"/>
            <a:ext cx="3405809" cy="365125"/>
          </a:xfrm>
          <a:prstGeom prst="rect">
            <a:avLst/>
          </a:prstGeom>
        </p:spPr>
        <p:txBody>
          <a:bodyPr/>
          <a:lstStyle>
            <a:lvl1pPr algn="r">
              <a:defRPr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39EF595-E8D9-4A93-A825-2C2446B05F6B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1E60C4AE-A355-617D-2416-F24850BD8B84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164495" y="769095"/>
            <a:ext cx="3863007" cy="5414955"/>
          </a:xfrm>
          <a:prstGeom prst="rect">
            <a:avLst/>
          </a:prstGeom>
          <a:ln w="25400">
            <a:gradFill>
              <a:gsLst>
                <a:gs pos="58000">
                  <a:srgbClr val="4472C4"/>
                </a:gs>
                <a:gs pos="77000">
                  <a:srgbClr val="92D050"/>
                </a:gs>
                <a:gs pos="100000">
                  <a:srgbClr val="FF8900"/>
                </a:gs>
              </a:gsLst>
              <a:lin ang="6600000" scaled="0"/>
            </a:gra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>
              <a:lnSpc>
                <a:spcPct val="100000"/>
              </a:lnSpc>
              <a:spcBef>
                <a:spcPts val="1200"/>
              </a:spcBef>
              <a:def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2pPr>
            <a:lvl3pPr>
              <a:lnSpc>
                <a:spcPct val="100000"/>
              </a:lnSpc>
              <a:spcBef>
                <a:spcPts val="1200"/>
              </a:spcBef>
              <a:defRPr lang="zh-CN" altLang="en-US" sz="1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3pPr>
            <a:lvl4pPr>
              <a:lnSpc>
                <a:spcPct val="100000"/>
              </a:lnSpc>
              <a:spcBef>
                <a:spcPts val="1200"/>
              </a:spcBef>
              <a:def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4pPr>
            <a:lvl5pPr>
              <a:lnSpc>
                <a:spcPct val="100000"/>
              </a:lnSpc>
              <a:spcBef>
                <a:spcPts val="1200"/>
              </a:spcBef>
              <a:def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5pPr>
          </a:lstStyle>
          <a:p>
            <a:pPr lvl="0">
              <a:lnSpc>
                <a:spcPct val="100000"/>
              </a:lnSpc>
              <a:spcBef>
                <a:spcPts val="1200"/>
              </a:spcBef>
            </a:pPr>
            <a:r>
              <a:rPr lang="zh-CN" altLang="en-US" dirty="0"/>
              <a:t>第二栏，一级内容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zh-CN" altLang="en-US" dirty="0"/>
              <a:t>二级</a:t>
            </a:r>
          </a:p>
          <a:p>
            <a:pPr lvl="2">
              <a:lnSpc>
                <a:spcPct val="100000"/>
              </a:lnSpc>
              <a:spcBef>
                <a:spcPts val="1200"/>
              </a:spcBef>
            </a:pPr>
            <a:r>
              <a:rPr lang="zh-CN" altLang="en-US" dirty="0"/>
              <a:t>三级</a:t>
            </a:r>
          </a:p>
          <a:p>
            <a:pPr lvl="3">
              <a:lnSpc>
                <a:spcPct val="100000"/>
              </a:lnSpc>
              <a:spcBef>
                <a:spcPts val="1200"/>
              </a:spcBef>
            </a:pPr>
            <a:r>
              <a:rPr lang="zh-CN" altLang="en-US" dirty="0"/>
              <a:t>四级</a:t>
            </a:r>
          </a:p>
          <a:p>
            <a:pPr lvl="4">
              <a:lnSpc>
                <a:spcPct val="100000"/>
              </a:lnSpc>
              <a:spcBef>
                <a:spcPts val="1200"/>
              </a:spcBef>
            </a:pPr>
            <a:r>
              <a:rPr lang="zh-CN" altLang="en-US" dirty="0"/>
              <a:t>五级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A99D0A4-0652-4586-47A1-6E7505F08A90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75591" y="769095"/>
            <a:ext cx="3863007" cy="5414955"/>
          </a:xfrm>
          <a:prstGeom prst="rect">
            <a:avLst/>
          </a:prstGeom>
          <a:ln w="25400">
            <a:gradFill>
              <a:gsLst>
                <a:gs pos="37000">
                  <a:srgbClr val="4472C4"/>
                </a:gs>
                <a:gs pos="57000">
                  <a:srgbClr val="92D050"/>
                </a:gs>
                <a:gs pos="71000">
                  <a:srgbClr val="FFC000"/>
                </a:gs>
                <a:gs pos="100000">
                  <a:srgbClr val="FF0000"/>
                </a:gs>
              </a:gsLst>
              <a:lin ang="6600000" scaled="0"/>
            </a:gra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>
              <a:lnSpc>
                <a:spcPct val="100000"/>
              </a:lnSpc>
              <a:spcBef>
                <a:spcPts val="1200"/>
              </a:spcBef>
              <a:def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2pPr>
            <a:lvl3pPr>
              <a:lnSpc>
                <a:spcPct val="100000"/>
              </a:lnSpc>
              <a:spcBef>
                <a:spcPts val="1200"/>
              </a:spcBef>
              <a:defRPr lang="zh-CN" altLang="en-US" sz="1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3pPr>
            <a:lvl4pPr>
              <a:lnSpc>
                <a:spcPct val="100000"/>
              </a:lnSpc>
              <a:spcBef>
                <a:spcPts val="1200"/>
              </a:spcBef>
              <a:def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4pPr>
            <a:lvl5pPr>
              <a:lnSpc>
                <a:spcPct val="100000"/>
              </a:lnSpc>
              <a:spcBef>
                <a:spcPts val="1200"/>
              </a:spcBef>
              <a:def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5pPr>
          </a:lstStyle>
          <a:p>
            <a:pPr lvl="0">
              <a:lnSpc>
                <a:spcPct val="100000"/>
              </a:lnSpc>
              <a:spcBef>
                <a:spcPts val="1200"/>
              </a:spcBef>
            </a:pPr>
            <a:r>
              <a:rPr lang="zh-CN" altLang="en-US" dirty="0"/>
              <a:t>第一栏，一级内容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zh-CN" altLang="en-US" dirty="0"/>
              <a:t>二级</a:t>
            </a:r>
          </a:p>
          <a:p>
            <a:pPr lvl="2">
              <a:lnSpc>
                <a:spcPct val="100000"/>
              </a:lnSpc>
              <a:spcBef>
                <a:spcPts val="1200"/>
              </a:spcBef>
            </a:pPr>
            <a:r>
              <a:rPr lang="zh-CN" altLang="en-US" dirty="0"/>
              <a:t>三级</a:t>
            </a:r>
          </a:p>
          <a:p>
            <a:pPr lvl="3">
              <a:lnSpc>
                <a:spcPct val="100000"/>
              </a:lnSpc>
              <a:spcBef>
                <a:spcPts val="1200"/>
              </a:spcBef>
            </a:pPr>
            <a:r>
              <a:rPr lang="zh-CN" altLang="en-US" dirty="0"/>
              <a:t>四级</a:t>
            </a:r>
          </a:p>
          <a:p>
            <a:pPr lvl="4">
              <a:lnSpc>
                <a:spcPct val="100000"/>
              </a:lnSpc>
              <a:spcBef>
                <a:spcPts val="1200"/>
              </a:spcBef>
            </a:pPr>
            <a:r>
              <a:rPr lang="zh-CN" altLang="en-US" dirty="0"/>
              <a:t>五级</a:t>
            </a: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221DA8B6-065D-5077-5675-D8A968B0F53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7270" y="0"/>
            <a:ext cx="959181" cy="960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3805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三栏内容+摘要">
    <p:bg>
      <p:bgPr>
        <a:gradFill>
          <a:gsLst>
            <a:gs pos="0">
              <a:srgbClr val="FFFFD9"/>
            </a:gs>
            <a:gs pos="100000">
              <a:srgbClr val="E2F0D9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449441-195A-0B55-DF03-9CDE088F97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5"/>
            <a:ext cx="10787270" cy="58967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zh-CN" altLang="en-US" sz="3200" b="1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单击此处添加节标题</a:t>
            </a: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E595E66D-2E5C-05DA-12C4-AC3A2A8F9273}"/>
              </a:ext>
            </a:extLst>
          </p:cNvPr>
          <p:cNvCxnSpPr>
            <a:cxnSpLocks/>
          </p:cNvCxnSpPr>
          <p:nvPr/>
        </p:nvCxnSpPr>
        <p:spPr>
          <a:xfrm>
            <a:off x="0" y="589708"/>
            <a:ext cx="12192000" cy="0"/>
          </a:xfrm>
          <a:prstGeom prst="line">
            <a:avLst/>
          </a:prstGeom>
          <a:ln w="25400">
            <a:gradFill flip="none" rotWithShape="1">
              <a:gsLst>
                <a:gs pos="100000">
                  <a:srgbClr val="FF0000"/>
                </a:gs>
                <a:gs pos="45000">
                  <a:srgbClr val="4472C4"/>
                </a:gs>
                <a:gs pos="68000">
                  <a:srgbClr val="92D050"/>
                </a:gs>
                <a:gs pos="84000">
                  <a:srgbClr val="FFC00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图片 27">
            <a:extLst>
              <a:ext uri="{FF2B5EF4-FFF2-40B4-BE49-F238E27FC236}">
                <a16:creationId xmlns:a16="http://schemas.microsoft.com/office/drawing/2014/main" id="{221DA8B6-065D-5077-5675-D8A968B0F53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7270" y="0"/>
            <a:ext cx="959181" cy="960782"/>
          </a:xfrm>
          <a:prstGeom prst="rect">
            <a:avLst/>
          </a:prstGeom>
        </p:spPr>
      </p:pic>
      <p:sp>
        <p:nvSpPr>
          <p:cNvPr id="7" name="日期占位符 1">
            <a:extLst>
              <a:ext uri="{FF2B5EF4-FFF2-40B4-BE49-F238E27FC236}">
                <a16:creationId xmlns:a16="http://schemas.microsoft.com/office/drawing/2014/main" id="{9887738B-4CD6-A95E-2777-55BCB1839D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5591" y="6356350"/>
            <a:ext cx="3405809" cy="365125"/>
          </a:xfrm>
          <a:prstGeom prst="rect">
            <a:avLst/>
          </a:prstGeom>
        </p:spPr>
        <p:txBody>
          <a:bodyPr/>
          <a:lstStyle>
            <a:lvl1pPr>
              <a:defRPr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913FDBA-D011-4A12-B987-F96FF7FE29E7}" type="datetime1">
              <a:rPr lang="zh-CN" altLang="en-US" smtClean="0"/>
              <a:pPr/>
              <a:t>2025/12/31</a:t>
            </a:fld>
            <a:endParaRPr lang="zh-CN" altLang="en-US" dirty="0"/>
          </a:p>
        </p:txBody>
      </p:sp>
      <p:sp>
        <p:nvSpPr>
          <p:cNvPr id="12" name="页脚占位符 7">
            <a:extLst>
              <a:ext uri="{FF2B5EF4-FFF2-40B4-BE49-F238E27FC236}">
                <a16:creationId xmlns:a16="http://schemas.microsoft.com/office/drawing/2014/main" id="{50774356-A950-6C85-D4E5-A1A66AD19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3" name="灯片编号占位符 8">
            <a:extLst>
              <a:ext uri="{FF2B5EF4-FFF2-40B4-BE49-F238E27FC236}">
                <a16:creationId xmlns:a16="http://schemas.microsoft.com/office/drawing/2014/main" id="{5A65C770-E330-4620-5AAE-D36466B1E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356350"/>
            <a:ext cx="3405809" cy="365125"/>
          </a:xfrm>
          <a:prstGeom prst="rect">
            <a:avLst/>
          </a:prstGeom>
        </p:spPr>
        <p:txBody>
          <a:bodyPr/>
          <a:lstStyle>
            <a:lvl1pPr algn="r">
              <a:defRPr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39EF595-E8D9-4A93-A825-2C2446B05F6B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BFA7498-F470-43E8-BA2F-0E7EDFCF73E1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75591" y="769096"/>
            <a:ext cx="11840817" cy="111341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lang="zh-CN" altLang="en-US" sz="2400" kern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>
              <a:lnSpc>
                <a:spcPct val="100000"/>
              </a:lnSpc>
              <a:spcBef>
                <a:spcPts val="1200"/>
              </a:spcBef>
              <a:buNone/>
              <a:defRPr sz="20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2pPr>
            <a:lvl3pPr>
              <a:lnSpc>
                <a:spcPct val="100000"/>
              </a:lnSpc>
              <a:spcBef>
                <a:spcPts val="1200"/>
              </a:spcBef>
              <a:defRPr sz="1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3pPr>
            <a:lvl4pPr>
              <a:lnSpc>
                <a:spcPct val="100000"/>
              </a:lnSpc>
              <a:spcBef>
                <a:spcPts val="1200"/>
              </a:spcBef>
              <a:defRPr sz="1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4pPr>
            <a:lvl5pPr>
              <a:lnSpc>
                <a:spcPct val="100000"/>
              </a:lnSpc>
              <a:spcBef>
                <a:spcPts val="1200"/>
              </a:spcBef>
              <a:defRPr sz="1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dirty="0"/>
              <a:t>摘要</a:t>
            </a:r>
          </a:p>
        </p:txBody>
      </p:sp>
      <p:sp>
        <p:nvSpPr>
          <p:cNvPr id="14" name="内容占位符 3">
            <a:extLst>
              <a:ext uri="{FF2B5EF4-FFF2-40B4-BE49-F238E27FC236}">
                <a16:creationId xmlns:a16="http://schemas.microsoft.com/office/drawing/2014/main" id="{59AE6E71-8EB5-894E-EEA9-B58AB6DC71C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153400" y="2010899"/>
            <a:ext cx="3863008" cy="41660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24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>
              <a:lnSpc>
                <a:spcPct val="100000"/>
              </a:lnSpc>
              <a:spcBef>
                <a:spcPts val="1200"/>
              </a:spcBef>
              <a:defRPr sz="20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2pPr>
            <a:lvl3pPr>
              <a:lnSpc>
                <a:spcPct val="100000"/>
              </a:lnSpc>
              <a:spcBef>
                <a:spcPts val="1200"/>
              </a:spcBef>
              <a:defRPr sz="1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3pPr>
            <a:lvl4pPr>
              <a:lnSpc>
                <a:spcPct val="100000"/>
              </a:lnSpc>
              <a:spcBef>
                <a:spcPts val="1200"/>
              </a:spcBef>
              <a:defRPr sz="1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4pPr>
            <a:lvl5pPr>
              <a:lnSpc>
                <a:spcPct val="100000"/>
              </a:lnSpc>
              <a:spcBef>
                <a:spcPts val="1200"/>
              </a:spcBef>
              <a:defRPr sz="1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dirty="0"/>
              <a:t>第三栏，一级内容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356AE594-146B-1760-F3F0-17C34A195A2A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164495" y="2017986"/>
            <a:ext cx="3863007" cy="41660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lang="zh-CN" altLang="en-US" sz="2400" kern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>
              <a:lnSpc>
                <a:spcPct val="100000"/>
              </a:lnSpc>
              <a:spcBef>
                <a:spcPts val="1200"/>
              </a:spcBef>
              <a:defRPr sz="20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2pPr>
            <a:lvl3pPr>
              <a:lnSpc>
                <a:spcPct val="100000"/>
              </a:lnSpc>
              <a:spcBef>
                <a:spcPts val="1200"/>
              </a:spcBef>
              <a:defRPr sz="1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3pPr>
            <a:lvl4pPr>
              <a:lnSpc>
                <a:spcPct val="100000"/>
              </a:lnSpc>
              <a:spcBef>
                <a:spcPts val="1200"/>
              </a:spcBef>
              <a:defRPr sz="1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4pPr>
            <a:lvl5pPr>
              <a:lnSpc>
                <a:spcPct val="100000"/>
              </a:lnSpc>
              <a:spcBef>
                <a:spcPts val="1200"/>
              </a:spcBef>
              <a:defRPr sz="1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dirty="0"/>
              <a:t>第二栏，一级内容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16" name="内容占位符 2">
            <a:extLst>
              <a:ext uri="{FF2B5EF4-FFF2-40B4-BE49-F238E27FC236}">
                <a16:creationId xmlns:a16="http://schemas.microsoft.com/office/drawing/2014/main" id="{BFD85E12-9AE0-7517-97F5-9E4C4E52DC59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175591" y="2017986"/>
            <a:ext cx="3863007" cy="41660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lang="zh-CN" altLang="en-US" sz="2400" kern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>
              <a:lnSpc>
                <a:spcPct val="100000"/>
              </a:lnSpc>
              <a:spcBef>
                <a:spcPts val="1200"/>
              </a:spcBef>
              <a:defRPr sz="20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2pPr>
            <a:lvl3pPr>
              <a:lnSpc>
                <a:spcPct val="100000"/>
              </a:lnSpc>
              <a:spcBef>
                <a:spcPts val="1200"/>
              </a:spcBef>
              <a:defRPr sz="1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3pPr>
            <a:lvl4pPr>
              <a:lnSpc>
                <a:spcPct val="100000"/>
              </a:lnSpc>
              <a:spcBef>
                <a:spcPts val="1200"/>
              </a:spcBef>
              <a:defRPr sz="1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4pPr>
            <a:lvl5pPr>
              <a:lnSpc>
                <a:spcPct val="100000"/>
              </a:lnSpc>
              <a:spcBef>
                <a:spcPts val="1200"/>
              </a:spcBef>
              <a:defRPr sz="1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dirty="0"/>
              <a:t>第一栏，一级内容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23378906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三栏内容+摘要-彩">
    <p:bg>
      <p:bgPr>
        <a:gradFill>
          <a:gsLst>
            <a:gs pos="0">
              <a:srgbClr val="FFFFD9"/>
            </a:gs>
            <a:gs pos="100000">
              <a:srgbClr val="E2F0D9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449441-195A-0B55-DF03-9CDE088F97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5"/>
            <a:ext cx="10787270" cy="58967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zh-CN" altLang="en-US" sz="3200" b="1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单击此处添加节标题</a:t>
            </a: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E595E66D-2E5C-05DA-12C4-AC3A2A8F9273}"/>
              </a:ext>
            </a:extLst>
          </p:cNvPr>
          <p:cNvCxnSpPr>
            <a:cxnSpLocks/>
          </p:cNvCxnSpPr>
          <p:nvPr/>
        </p:nvCxnSpPr>
        <p:spPr>
          <a:xfrm>
            <a:off x="0" y="589708"/>
            <a:ext cx="12192000" cy="0"/>
          </a:xfrm>
          <a:prstGeom prst="line">
            <a:avLst/>
          </a:prstGeom>
          <a:ln w="25400">
            <a:gradFill flip="none" rotWithShape="1">
              <a:gsLst>
                <a:gs pos="100000">
                  <a:srgbClr val="FF0000"/>
                </a:gs>
                <a:gs pos="45000">
                  <a:srgbClr val="4472C4"/>
                </a:gs>
                <a:gs pos="68000">
                  <a:srgbClr val="92D050"/>
                </a:gs>
                <a:gs pos="84000">
                  <a:srgbClr val="FFC00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日期占位符 1">
            <a:extLst>
              <a:ext uri="{FF2B5EF4-FFF2-40B4-BE49-F238E27FC236}">
                <a16:creationId xmlns:a16="http://schemas.microsoft.com/office/drawing/2014/main" id="{9887738B-4CD6-A95E-2777-55BCB1839D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5591" y="6356350"/>
            <a:ext cx="3405809" cy="365125"/>
          </a:xfrm>
          <a:prstGeom prst="rect">
            <a:avLst/>
          </a:prstGeom>
        </p:spPr>
        <p:txBody>
          <a:bodyPr/>
          <a:lstStyle>
            <a:lvl1pPr>
              <a:defRPr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913FDBA-D011-4A12-B987-F96FF7FE29E7}" type="datetime1">
              <a:rPr lang="zh-CN" altLang="en-US" smtClean="0"/>
              <a:pPr/>
              <a:t>2025/12/31</a:t>
            </a:fld>
            <a:endParaRPr lang="zh-CN" altLang="en-US" dirty="0"/>
          </a:p>
        </p:txBody>
      </p:sp>
      <p:sp>
        <p:nvSpPr>
          <p:cNvPr id="12" name="页脚占位符 7">
            <a:extLst>
              <a:ext uri="{FF2B5EF4-FFF2-40B4-BE49-F238E27FC236}">
                <a16:creationId xmlns:a16="http://schemas.microsoft.com/office/drawing/2014/main" id="{50774356-A950-6C85-D4E5-A1A66AD19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3" name="灯片编号占位符 8">
            <a:extLst>
              <a:ext uri="{FF2B5EF4-FFF2-40B4-BE49-F238E27FC236}">
                <a16:creationId xmlns:a16="http://schemas.microsoft.com/office/drawing/2014/main" id="{5A65C770-E330-4620-5AAE-D36466B1E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356350"/>
            <a:ext cx="3405809" cy="365125"/>
          </a:xfrm>
          <a:prstGeom prst="rect">
            <a:avLst/>
          </a:prstGeom>
        </p:spPr>
        <p:txBody>
          <a:bodyPr/>
          <a:lstStyle>
            <a:lvl1pPr algn="r">
              <a:defRPr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39EF595-E8D9-4A93-A825-2C2446B05F6B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BFA7498-F470-43E8-BA2F-0E7EDFCF73E1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75591" y="769096"/>
            <a:ext cx="11840817" cy="1113416"/>
          </a:xfrm>
          <a:prstGeom prst="rect">
            <a:avLst/>
          </a:prstGeom>
          <a:ln w="25400">
            <a:solidFill>
              <a:schemeClr val="accent1"/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lang="zh-CN" altLang="en-US" sz="24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>
              <a:lnSpc>
                <a:spcPct val="100000"/>
              </a:lnSpc>
              <a:spcBef>
                <a:spcPts val="1200"/>
              </a:spcBef>
              <a:buNone/>
              <a:defRPr sz="20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2pPr>
            <a:lvl3pPr>
              <a:lnSpc>
                <a:spcPct val="100000"/>
              </a:lnSpc>
              <a:spcBef>
                <a:spcPts val="1200"/>
              </a:spcBef>
              <a:defRPr sz="1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3pPr>
            <a:lvl4pPr>
              <a:lnSpc>
                <a:spcPct val="100000"/>
              </a:lnSpc>
              <a:spcBef>
                <a:spcPts val="1200"/>
              </a:spcBef>
              <a:defRPr sz="1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4pPr>
            <a:lvl5pPr>
              <a:lnSpc>
                <a:spcPct val="100000"/>
              </a:lnSpc>
              <a:spcBef>
                <a:spcPts val="1200"/>
              </a:spcBef>
              <a:defRPr sz="1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5pPr>
          </a:lstStyle>
          <a:p>
            <a:pPr lvl="0">
              <a:lnSpc>
                <a:spcPct val="100000"/>
              </a:lnSpc>
              <a:spcBef>
                <a:spcPts val="1200"/>
              </a:spcBef>
            </a:pPr>
            <a:r>
              <a:rPr lang="zh-CN" altLang="en-US" dirty="0"/>
              <a:t>摘要</a:t>
            </a:r>
          </a:p>
        </p:txBody>
      </p:sp>
      <p:sp>
        <p:nvSpPr>
          <p:cNvPr id="14" name="内容占位符 3">
            <a:extLst>
              <a:ext uri="{FF2B5EF4-FFF2-40B4-BE49-F238E27FC236}">
                <a16:creationId xmlns:a16="http://schemas.microsoft.com/office/drawing/2014/main" id="{59AE6E71-8EB5-894E-EEA9-B58AB6DC71C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153400" y="2010899"/>
            <a:ext cx="3863008" cy="4166064"/>
          </a:xfrm>
          <a:prstGeom prst="rect">
            <a:avLst/>
          </a:prstGeom>
          <a:ln w="25400">
            <a:gradFill>
              <a:gsLst>
                <a:gs pos="90000">
                  <a:srgbClr val="4472C4"/>
                </a:gs>
                <a:gs pos="100000">
                  <a:srgbClr val="699F8C"/>
                </a:gs>
              </a:gsLst>
              <a:lin ang="6120000" scaled="0"/>
            </a:gra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>
              <a:lnSpc>
                <a:spcPct val="100000"/>
              </a:lnSpc>
              <a:spcBef>
                <a:spcPts val="1200"/>
              </a:spcBef>
              <a:def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2pPr>
            <a:lvl3pPr>
              <a:lnSpc>
                <a:spcPct val="100000"/>
              </a:lnSpc>
              <a:spcBef>
                <a:spcPts val="1200"/>
              </a:spcBef>
              <a:defRPr lang="zh-CN" altLang="en-US" sz="1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3pPr>
            <a:lvl4pPr>
              <a:lnSpc>
                <a:spcPct val="100000"/>
              </a:lnSpc>
              <a:spcBef>
                <a:spcPts val="1200"/>
              </a:spcBef>
              <a:def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4pPr>
            <a:lvl5pPr>
              <a:lnSpc>
                <a:spcPct val="100000"/>
              </a:lnSpc>
              <a:spcBef>
                <a:spcPts val="1200"/>
              </a:spcBef>
              <a:def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5pPr>
          </a:lstStyle>
          <a:p>
            <a:pPr lvl="0">
              <a:lnSpc>
                <a:spcPct val="100000"/>
              </a:lnSpc>
              <a:spcBef>
                <a:spcPts val="1200"/>
              </a:spcBef>
            </a:pPr>
            <a:r>
              <a:rPr lang="zh-CN" altLang="en-US" dirty="0"/>
              <a:t>第三栏，一级内容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zh-CN" altLang="en-US" dirty="0"/>
              <a:t>二级</a:t>
            </a:r>
          </a:p>
          <a:p>
            <a:pPr lvl="2">
              <a:lnSpc>
                <a:spcPct val="100000"/>
              </a:lnSpc>
              <a:spcBef>
                <a:spcPts val="1200"/>
              </a:spcBef>
            </a:pPr>
            <a:r>
              <a:rPr lang="zh-CN" altLang="en-US" dirty="0"/>
              <a:t>三级</a:t>
            </a:r>
          </a:p>
          <a:p>
            <a:pPr lvl="3">
              <a:lnSpc>
                <a:spcPct val="100000"/>
              </a:lnSpc>
              <a:spcBef>
                <a:spcPts val="1200"/>
              </a:spcBef>
            </a:pPr>
            <a:r>
              <a:rPr lang="zh-CN" altLang="en-US" dirty="0"/>
              <a:t>四级</a:t>
            </a:r>
          </a:p>
          <a:p>
            <a:pPr lvl="4">
              <a:lnSpc>
                <a:spcPct val="100000"/>
              </a:lnSpc>
              <a:spcBef>
                <a:spcPts val="1200"/>
              </a:spcBef>
            </a:pPr>
            <a:r>
              <a:rPr lang="zh-CN" altLang="en-US" dirty="0"/>
              <a:t>五级</a:t>
            </a:r>
          </a:p>
        </p:txBody>
      </p:sp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356AE594-146B-1760-F3F0-17C34A195A2A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164495" y="2017986"/>
            <a:ext cx="3863007" cy="4166064"/>
          </a:xfrm>
          <a:prstGeom prst="rect">
            <a:avLst/>
          </a:prstGeom>
          <a:ln w="25400">
            <a:gradFill>
              <a:gsLst>
                <a:gs pos="68000">
                  <a:srgbClr val="4472C4"/>
                </a:gs>
                <a:gs pos="89000">
                  <a:srgbClr val="92D050"/>
                </a:gs>
                <a:gs pos="100000">
                  <a:srgbClr val="C9C828"/>
                </a:gs>
              </a:gsLst>
              <a:lin ang="6480000" scaled="0"/>
            </a:gra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>
              <a:lnSpc>
                <a:spcPct val="100000"/>
              </a:lnSpc>
              <a:spcBef>
                <a:spcPts val="1200"/>
              </a:spcBef>
              <a:def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2pPr>
            <a:lvl3pPr>
              <a:lnSpc>
                <a:spcPct val="100000"/>
              </a:lnSpc>
              <a:spcBef>
                <a:spcPts val="1200"/>
              </a:spcBef>
              <a:defRPr lang="zh-CN" altLang="en-US" sz="1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3pPr>
            <a:lvl4pPr>
              <a:lnSpc>
                <a:spcPct val="100000"/>
              </a:lnSpc>
              <a:spcBef>
                <a:spcPts val="1200"/>
              </a:spcBef>
              <a:def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4pPr>
            <a:lvl5pPr>
              <a:lnSpc>
                <a:spcPct val="100000"/>
              </a:lnSpc>
              <a:spcBef>
                <a:spcPts val="1200"/>
              </a:spcBef>
              <a:def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5pPr>
          </a:lstStyle>
          <a:p>
            <a:pPr lvl="0">
              <a:lnSpc>
                <a:spcPct val="100000"/>
              </a:lnSpc>
              <a:spcBef>
                <a:spcPts val="1200"/>
              </a:spcBef>
            </a:pPr>
            <a:r>
              <a:rPr lang="zh-CN" altLang="en-US" dirty="0"/>
              <a:t>第二栏，一级内容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zh-CN" altLang="en-US" dirty="0"/>
              <a:t>二级</a:t>
            </a:r>
          </a:p>
          <a:p>
            <a:pPr lvl="2">
              <a:lnSpc>
                <a:spcPct val="100000"/>
              </a:lnSpc>
              <a:spcBef>
                <a:spcPts val="1200"/>
              </a:spcBef>
            </a:pPr>
            <a:r>
              <a:rPr lang="zh-CN" altLang="en-US" dirty="0"/>
              <a:t>三级</a:t>
            </a:r>
          </a:p>
          <a:p>
            <a:pPr lvl="3">
              <a:lnSpc>
                <a:spcPct val="100000"/>
              </a:lnSpc>
              <a:spcBef>
                <a:spcPts val="1200"/>
              </a:spcBef>
            </a:pPr>
            <a:r>
              <a:rPr lang="zh-CN" altLang="en-US" dirty="0"/>
              <a:t>四级</a:t>
            </a:r>
          </a:p>
          <a:p>
            <a:pPr lvl="4">
              <a:lnSpc>
                <a:spcPct val="100000"/>
              </a:lnSpc>
              <a:spcBef>
                <a:spcPts val="1200"/>
              </a:spcBef>
            </a:pPr>
            <a:r>
              <a:rPr lang="zh-CN" altLang="en-US" dirty="0"/>
              <a:t>五级</a:t>
            </a:r>
          </a:p>
        </p:txBody>
      </p:sp>
      <p:sp>
        <p:nvSpPr>
          <p:cNvPr id="16" name="内容占位符 2">
            <a:extLst>
              <a:ext uri="{FF2B5EF4-FFF2-40B4-BE49-F238E27FC236}">
                <a16:creationId xmlns:a16="http://schemas.microsoft.com/office/drawing/2014/main" id="{BFD85E12-9AE0-7517-97F5-9E4C4E52DC59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175591" y="2017986"/>
            <a:ext cx="3863007" cy="4166064"/>
          </a:xfrm>
          <a:prstGeom prst="rect">
            <a:avLst/>
          </a:prstGeom>
          <a:ln w="25400">
            <a:gradFill>
              <a:gsLst>
                <a:gs pos="37000">
                  <a:srgbClr val="4472C4"/>
                </a:gs>
                <a:gs pos="57000">
                  <a:srgbClr val="92D050"/>
                </a:gs>
                <a:gs pos="71000">
                  <a:srgbClr val="FFC000"/>
                </a:gs>
                <a:gs pos="100000">
                  <a:srgbClr val="FF0000"/>
                </a:gs>
              </a:gsLst>
              <a:lin ang="7200000" scaled="0"/>
            </a:gra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>
              <a:lnSpc>
                <a:spcPct val="100000"/>
              </a:lnSpc>
              <a:spcBef>
                <a:spcPts val="1200"/>
              </a:spcBef>
              <a:def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2pPr>
            <a:lvl3pPr>
              <a:lnSpc>
                <a:spcPct val="100000"/>
              </a:lnSpc>
              <a:spcBef>
                <a:spcPts val="1200"/>
              </a:spcBef>
              <a:defRPr lang="zh-CN" altLang="en-US" sz="1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3pPr>
            <a:lvl4pPr>
              <a:lnSpc>
                <a:spcPct val="100000"/>
              </a:lnSpc>
              <a:spcBef>
                <a:spcPts val="1200"/>
              </a:spcBef>
              <a:def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4pPr>
            <a:lvl5pPr>
              <a:lnSpc>
                <a:spcPct val="100000"/>
              </a:lnSpc>
              <a:spcBef>
                <a:spcPts val="1200"/>
              </a:spcBef>
              <a:def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5pPr>
          </a:lstStyle>
          <a:p>
            <a:pPr lvl="0">
              <a:lnSpc>
                <a:spcPct val="100000"/>
              </a:lnSpc>
              <a:spcBef>
                <a:spcPts val="1200"/>
              </a:spcBef>
            </a:pPr>
            <a:r>
              <a:rPr lang="zh-CN" altLang="en-US" dirty="0"/>
              <a:t>第一栏，一级内容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zh-CN" altLang="en-US" dirty="0"/>
              <a:t>二级</a:t>
            </a:r>
          </a:p>
          <a:p>
            <a:pPr lvl="2">
              <a:lnSpc>
                <a:spcPct val="100000"/>
              </a:lnSpc>
              <a:spcBef>
                <a:spcPts val="1200"/>
              </a:spcBef>
            </a:pPr>
            <a:r>
              <a:rPr lang="zh-CN" altLang="en-US" dirty="0"/>
              <a:t>三级</a:t>
            </a:r>
          </a:p>
          <a:p>
            <a:pPr lvl="3">
              <a:lnSpc>
                <a:spcPct val="100000"/>
              </a:lnSpc>
              <a:spcBef>
                <a:spcPts val="1200"/>
              </a:spcBef>
            </a:pPr>
            <a:r>
              <a:rPr lang="zh-CN" altLang="en-US" dirty="0"/>
              <a:t>四级</a:t>
            </a:r>
          </a:p>
          <a:p>
            <a:pPr lvl="4">
              <a:lnSpc>
                <a:spcPct val="100000"/>
              </a:lnSpc>
              <a:spcBef>
                <a:spcPts val="1200"/>
              </a:spcBef>
            </a:pPr>
            <a:r>
              <a:rPr lang="zh-CN" altLang="en-US" dirty="0"/>
              <a:t>五级</a:t>
            </a: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221DA8B6-065D-5077-5675-D8A968B0F53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7270" y="0"/>
            <a:ext cx="959181" cy="960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2028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三栏内容+总结">
    <p:bg>
      <p:bgPr>
        <a:gradFill>
          <a:gsLst>
            <a:gs pos="0">
              <a:srgbClr val="FFFFD9"/>
            </a:gs>
            <a:gs pos="100000">
              <a:srgbClr val="E2F0D9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449441-195A-0B55-DF03-9CDE088F97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5"/>
            <a:ext cx="10787270" cy="58967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zh-CN" altLang="en-US" sz="3200" b="1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单击此处添加节标题</a:t>
            </a: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E595E66D-2E5C-05DA-12C4-AC3A2A8F9273}"/>
              </a:ext>
            </a:extLst>
          </p:cNvPr>
          <p:cNvCxnSpPr>
            <a:cxnSpLocks/>
          </p:cNvCxnSpPr>
          <p:nvPr/>
        </p:nvCxnSpPr>
        <p:spPr>
          <a:xfrm>
            <a:off x="0" y="589708"/>
            <a:ext cx="12192000" cy="0"/>
          </a:xfrm>
          <a:prstGeom prst="line">
            <a:avLst/>
          </a:prstGeom>
          <a:ln w="25400">
            <a:gradFill flip="none" rotWithShape="1">
              <a:gsLst>
                <a:gs pos="100000">
                  <a:srgbClr val="FF0000"/>
                </a:gs>
                <a:gs pos="45000">
                  <a:srgbClr val="4472C4"/>
                </a:gs>
                <a:gs pos="68000">
                  <a:srgbClr val="92D050"/>
                </a:gs>
                <a:gs pos="84000">
                  <a:srgbClr val="FFC00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日期占位符 1">
            <a:extLst>
              <a:ext uri="{FF2B5EF4-FFF2-40B4-BE49-F238E27FC236}">
                <a16:creationId xmlns:a16="http://schemas.microsoft.com/office/drawing/2014/main" id="{9887738B-4CD6-A95E-2777-55BCB1839D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5591" y="6356350"/>
            <a:ext cx="3405809" cy="365125"/>
          </a:xfrm>
          <a:prstGeom prst="rect">
            <a:avLst/>
          </a:prstGeom>
        </p:spPr>
        <p:txBody>
          <a:bodyPr/>
          <a:lstStyle>
            <a:lvl1pPr>
              <a:defRPr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913FDBA-D011-4A12-B987-F96FF7FE29E7}" type="datetime1">
              <a:rPr lang="zh-CN" altLang="en-US" smtClean="0"/>
              <a:pPr/>
              <a:t>2025/12/31</a:t>
            </a:fld>
            <a:endParaRPr lang="zh-CN" altLang="en-US" dirty="0"/>
          </a:p>
        </p:txBody>
      </p:sp>
      <p:sp>
        <p:nvSpPr>
          <p:cNvPr id="12" name="页脚占位符 7">
            <a:extLst>
              <a:ext uri="{FF2B5EF4-FFF2-40B4-BE49-F238E27FC236}">
                <a16:creationId xmlns:a16="http://schemas.microsoft.com/office/drawing/2014/main" id="{50774356-A950-6C85-D4E5-A1A66AD19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3" name="灯片编号占位符 8">
            <a:extLst>
              <a:ext uri="{FF2B5EF4-FFF2-40B4-BE49-F238E27FC236}">
                <a16:creationId xmlns:a16="http://schemas.microsoft.com/office/drawing/2014/main" id="{5A65C770-E330-4620-5AAE-D36466B1E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356350"/>
            <a:ext cx="3405809" cy="365125"/>
          </a:xfrm>
          <a:prstGeom prst="rect">
            <a:avLst/>
          </a:prstGeom>
        </p:spPr>
        <p:txBody>
          <a:bodyPr/>
          <a:lstStyle>
            <a:lvl1pPr algn="r">
              <a:defRPr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39EF595-E8D9-4A93-A825-2C2446B05F6B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BFA7498-F470-43E8-BA2F-0E7EDFCF73E1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75591" y="5070634"/>
            <a:ext cx="11840817" cy="111341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lang="zh-CN" altLang="en-US" sz="2400" kern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>
              <a:lnSpc>
                <a:spcPct val="100000"/>
              </a:lnSpc>
              <a:spcBef>
                <a:spcPts val="1200"/>
              </a:spcBef>
              <a:buNone/>
              <a:defRPr sz="20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2pPr>
            <a:lvl3pPr>
              <a:lnSpc>
                <a:spcPct val="100000"/>
              </a:lnSpc>
              <a:spcBef>
                <a:spcPts val="1200"/>
              </a:spcBef>
              <a:defRPr sz="1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3pPr>
            <a:lvl4pPr>
              <a:lnSpc>
                <a:spcPct val="100000"/>
              </a:lnSpc>
              <a:spcBef>
                <a:spcPts val="1200"/>
              </a:spcBef>
              <a:defRPr sz="1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4pPr>
            <a:lvl5pPr>
              <a:lnSpc>
                <a:spcPct val="100000"/>
              </a:lnSpc>
              <a:spcBef>
                <a:spcPts val="1200"/>
              </a:spcBef>
              <a:defRPr sz="1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dirty="0"/>
              <a:t>摘要</a:t>
            </a:r>
          </a:p>
        </p:txBody>
      </p:sp>
      <p:sp>
        <p:nvSpPr>
          <p:cNvPr id="14" name="内容占位符 3">
            <a:extLst>
              <a:ext uri="{FF2B5EF4-FFF2-40B4-BE49-F238E27FC236}">
                <a16:creationId xmlns:a16="http://schemas.microsoft.com/office/drawing/2014/main" id="{59AE6E71-8EB5-894E-EEA9-B58AB6DC71C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153400" y="762008"/>
            <a:ext cx="3863008" cy="41660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24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>
              <a:lnSpc>
                <a:spcPct val="100000"/>
              </a:lnSpc>
              <a:spcBef>
                <a:spcPts val="1200"/>
              </a:spcBef>
              <a:defRPr sz="20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2pPr>
            <a:lvl3pPr>
              <a:lnSpc>
                <a:spcPct val="100000"/>
              </a:lnSpc>
              <a:spcBef>
                <a:spcPts val="1200"/>
              </a:spcBef>
              <a:defRPr sz="1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3pPr>
            <a:lvl4pPr>
              <a:lnSpc>
                <a:spcPct val="100000"/>
              </a:lnSpc>
              <a:spcBef>
                <a:spcPts val="1200"/>
              </a:spcBef>
              <a:defRPr sz="1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4pPr>
            <a:lvl5pPr>
              <a:lnSpc>
                <a:spcPct val="100000"/>
              </a:lnSpc>
              <a:spcBef>
                <a:spcPts val="1200"/>
              </a:spcBef>
              <a:defRPr sz="1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dirty="0"/>
              <a:t>第三栏，一级内容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356AE594-146B-1760-F3F0-17C34A195A2A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164495" y="769095"/>
            <a:ext cx="3863007" cy="41660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lang="zh-CN" altLang="en-US" sz="2400" kern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>
              <a:lnSpc>
                <a:spcPct val="100000"/>
              </a:lnSpc>
              <a:spcBef>
                <a:spcPts val="1200"/>
              </a:spcBef>
              <a:defRPr sz="20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2pPr>
            <a:lvl3pPr>
              <a:lnSpc>
                <a:spcPct val="100000"/>
              </a:lnSpc>
              <a:spcBef>
                <a:spcPts val="1200"/>
              </a:spcBef>
              <a:defRPr sz="1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3pPr>
            <a:lvl4pPr>
              <a:lnSpc>
                <a:spcPct val="100000"/>
              </a:lnSpc>
              <a:spcBef>
                <a:spcPts val="1200"/>
              </a:spcBef>
              <a:defRPr sz="1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4pPr>
            <a:lvl5pPr>
              <a:lnSpc>
                <a:spcPct val="100000"/>
              </a:lnSpc>
              <a:spcBef>
                <a:spcPts val="1200"/>
              </a:spcBef>
              <a:defRPr sz="1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dirty="0"/>
              <a:t>第二栏，一级内容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16" name="内容占位符 2">
            <a:extLst>
              <a:ext uri="{FF2B5EF4-FFF2-40B4-BE49-F238E27FC236}">
                <a16:creationId xmlns:a16="http://schemas.microsoft.com/office/drawing/2014/main" id="{BFD85E12-9AE0-7517-97F5-9E4C4E52DC59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175591" y="769095"/>
            <a:ext cx="3863007" cy="41660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lang="zh-CN" altLang="en-US" sz="2400" kern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>
              <a:lnSpc>
                <a:spcPct val="100000"/>
              </a:lnSpc>
              <a:spcBef>
                <a:spcPts val="1200"/>
              </a:spcBef>
              <a:defRPr sz="20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2pPr>
            <a:lvl3pPr>
              <a:lnSpc>
                <a:spcPct val="100000"/>
              </a:lnSpc>
              <a:spcBef>
                <a:spcPts val="1200"/>
              </a:spcBef>
              <a:defRPr sz="1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3pPr>
            <a:lvl4pPr>
              <a:lnSpc>
                <a:spcPct val="100000"/>
              </a:lnSpc>
              <a:spcBef>
                <a:spcPts val="1200"/>
              </a:spcBef>
              <a:defRPr sz="1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4pPr>
            <a:lvl5pPr>
              <a:lnSpc>
                <a:spcPct val="100000"/>
              </a:lnSpc>
              <a:spcBef>
                <a:spcPts val="1200"/>
              </a:spcBef>
              <a:defRPr sz="1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dirty="0"/>
              <a:t>第一栏，一级内容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221DA8B6-065D-5077-5675-D8A968B0F53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7270" y="0"/>
            <a:ext cx="959181" cy="960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8582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三栏内容+总结-彩">
    <p:bg>
      <p:bgPr>
        <a:gradFill>
          <a:gsLst>
            <a:gs pos="0">
              <a:srgbClr val="FFFFD9"/>
            </a:gs>
            <a:gs pos="100000">
              <a:srgbClr val="E2F0D9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449441-195A-0B55-DF03-9CDE088F97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5"/>
            <a:ext cx="10787270" cy="58967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zh-CN" altLang="en-US" sz="3200" b="1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单击此处添加节标题</a:t>
            </a: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E595E66D-2E5C-05DA-12C4-AC3A2A8F9273}"/>
              </a:ext>
            </a:extLst>
          </p:cNvPr>
          <p:cNvCxnSpPr>
            <a:cxnSpLocks/>
          </p:cNvCxnSpPr>
          <p:nvPr/>
        </p:nvCxnSpPr>
        <p:spPr>
          <a:xfrm>
            <a:off x="0" y="589708"/>
            <a:ext cx="12192000" cy="0"/>
          </a:xfrm>
          <a:prstGeom prst="line">
            <a:avLst/>
          </a:prstGeom>
          <a:ln w="25400">
            <a:gradFill flip="none" rotWithShape="1">
              <a:gsLst>
                <a:gs pos="100000">
                  <a:srgbClr val="FF0000"/>
                </a:gs>
                <a:gs pos="45000">
                  <a:srgbClr val="4472C4"/>
                </a:gs>
                <a:gs pos="68000">
                  <a:srgbClr val="92D050"/>
                </a:gs>
                <a:gs pos="84000">
                  <a:srgbClr val="FFC00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日期占位符 1">
            <a:extLst>
              <a:ext uri="{FF2B5EF4-FFF2-40B4-BE49-F238E27FC236}">
                <a16:creationId xmlns:a16="http://schemas.microsoft.com/office/drawing/2014/main" id="{9887738B-4CD6-A95E-2777-55BCB1839D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5591" y="6356350"/>
            <a:ext cx="3405809" cy="365125"/>
          </a:xfrm>
          <a:prstGeom prst="rect">
            <a:avLst/>
          </a:prstGeom>
        </p:spPr>
        <p:txBody>
          <a:bodyPr/>
          <a:lstStyle>
            <a:lvl1pPr>
              <a:defRPr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913FDBA-D011-4A12-B987-F96FF7FE29E7}" type="datetime1">
              <a:rPr lang="zh-CN" altLang="en-US" smtClean="0"/>
              <a:pPr/>
              <a:t>2025/12/31</a:t>
            </a:fld>
            <a:endParaRPr lang="zh-CN" altLang="en-US" dirty="0"/>
          </a:p>
        </p:txBody>
      </p:sp>
      <p:sp>
        <p:nvSpPr>
          <p:cNvPr id="12" name="页脚占位符 7">
            <a:extLst>
              <a:ext uri="{FF2B5EF4-FFF2-40B4-BE49-F238E27FC236}">
                <a16:creationId xmlns:a16="http://schemas.microsoft.com/office/drawing/2014/main" id="{50774356-A950-6C85-D4E5-A1A66AD19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3" name="灯片编号占位符 8">
            <a:extLst>
              <a:ext uri="{FF2B5EF4-FFF2-40B4-BE49-F238E27FC236}">
                <a16:creationId xmlns:a16="http://schemas.microsoft.com/office/drawing/2014/main" id="{5A65C770-E330-4620-5AAE-D36466B1E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356350"/>
            <a:ext cx="3405809" cy="365125"/>
          </a:xfrm>
          <a:prstGeom prst="rect">
            <a:avLst/>
          </a:prstGeom>
        </p:spPr>
        <p:txBody>
          <a:bodyPr/>
          <a:lstStyle>
            <a:lvl1pPr algn="r">
              <a:defRPr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39EF595-E8D9-4A93-A825-2C2446B05F6B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BFA7498-F470-43E8-BA2F-0E7EDFCF73E1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75591" y="5070634"/>
            <a:ext cx="11840817" cy="1113416"/>
          </a:xfrm>
          <a:prstGeom prst="rect">
            <a:avLst/>
          </a:prstGeom>
          <a:ln w="25400">
            <a:gradFill>
              <a:gsLst>
                <a:gs pos="45000">
                  <a:srgbClr val="4472C4"/>
                </a:gs>
                <a:gs pos="68000">
                  <a:srgbClr val="92D050"/>
                </a:gs>
                <a:gs pos="84000">
                  <a:srgbClr val="FFC000"/>
                </a:gs>
                <a:gs pos="100000">
                  <a:srgbClr val="FF0000"/>
                </a:gs>
              </a:gsLst>
              <a:lin ang="15600000" scaled="0"/>
            </a:gra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>
              <a:lnSpc>
                <a:spcPct val="100000"/>
              </a:lnSpc>
              <a:spcBef>
                <a:spcPts val="1200"/>
              </a:spcBef>
              <a:buNone/>
              <a:defRPr sz="20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2pPr>
            <a:lvl3pPr>
              <a:lnSpc>
                <a:spcPct val="100000"/>
              </a:lnSpc>
              <a:spcBef>
                <a:spcPts val="1200"/>
              </a:spcBef>
              <a:defRPr sz="1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3pPr>
            <a:lvl4pPr>
              <a:lnSpc>
                <a:spcPct val="100000"/>
              </a:lnSpc>
              <a:spcBef>
                <a:spcPts val="1200"/>
              </a:spcBef>
              <a:defRPr sz="1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4pPr>
            <a:lvl5pPr>
              <a:lnSpc>
                <a:spcPct val="100000"/>
              </a:lnSpc>
              <a:spcBef>
                <a:spcPts val="1200"/>
              </a:spcBef>
              <a:defRPr sz="1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5pPr>
          </a:lstStyle>
          <a:p>
            <a:pPr lvl="0">
              <a:lnSpc>
                <a:spcPct val="100000"/>
              </a:lnSpc>
              <a:spcBef>
                <a:spcPts val="1200"/>
              </a:spcBef>
            </a:pPr>
            <a:r>
              <a:rPr lang="zh-CN" altLang="en-US" dirty="0"/>
              <a:t>摘要</a:t>
            </a:r>
          </a:p>
        </p:txBody>
      </p:sp>
      <p:sp>
        <p:nvSpPr>
          <p:cNvPr id="14" name="内容占位符 3">
            <a:extLst>
              <a:ext uri="{FF2B5EF4-FFF2-40B4-BE49-F238E27FC236}">
                <a16:creationId xmlns:a16="http://schemas.microsoft.com/office/drawing/2014/main" id="{59AE6E71-8EB5-894E-EEA9-B58AB6DC71C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153400" y="762007"/>
            <a:ext cx="3863008" cy="4173149"/>
          </a:xfrm>
          <a:prstGeom prst="rect">
            <a:avLst/>
          </a:prstGeom>
          <a:ln w="25400">
            <a:gradFill>
              <a:gsLst>
                <a:gs pos="90000">
                  <a:srgbClr val="4472C4"/>
                </a:gs>
                <a:gs pos="100000">
                  <a:srgbClr val="699F8C"/>
                </a:gs>
              </a:gsLst>
              <a:lin ang="6120000" scaled="0"/>
            </a:gra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>
              <a:lnSpc>
                <a:spcPct val="100000"/>
              </a:lnSpc>
              <a:spcBef>
                <a:spcPts val="1200"/>
              </a:spcBef>
              <a:def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2pPr>
            <a:lvl3pPr>
              <a:lnSpc>
                <a:spcPct val="100000"/>
              </a:lnSpc>
              <a:spcBef>
                <a:spcPts val="1200"/>
              </a:spcBef>
              <a:defRPr lang="zh-CN" altLang="en-US" sz="1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3pPr>
            <a:lvl4pPr>
              <a:lnSpc>
                <a:spcPct val="100000"/>
              </a:lnSpc>
              <a:spcBef>
                <a:spcPts val="1200"/>
              </a:spcBef>
              <a:def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4pPr>
            <a:lvl5pPr>
              <a:lnSpc>
                <a:spcPct val="100000"/>
              </a:lnSpc>
              <a:spcBef>
                <a:spcPts val="1200"/>
              </a:spcBef>
              <a:def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5pPr>
          </a:lstStyle>
          <a:p>
            <a:pPr lvl="0">
              <a:lnSpc>
                <a:spcPct val="100000"/>
              </a:lnSpc>
              <a:spcBef>
                <a:spcPts val="1200"/>
              </a:spcBef>
            </a:pPr>
            <a:r>
              <a:rPr lang="zh-CN" altLang="en-US" dirty="0"/>
              <a:t>第三栏，一级内容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zh-CN" altLang="en-US" dirty="0"/>
              <a:t>二级</a:t>
            </a:r>
          </a:p>
          <a:p>
            <a:pPr lvl="2">
              <a:lnSpc>
                <a:spcPct val="100000"/>
              </a:lnSpc>
              <a:spcBef>
                <a:spcPts val="1200"/>
              </a:spcBef>
            </a:pPr>
            <a:r>
              <a:rPr lang="zh-CN" altLang="en-US" dirty="0"/>
              <a:t>三级</a:t>
            </a:r>
          </a:p>
          <a:p>
            <a:pPr lvl="3">
              <a:lnSpc>
                <a:spcPct val="100000"/>
              </a:lnSpc>
              <a:spcBef>
                <a:spcPts val="1200"/>
              </a:spcBef>
            </a:pPr>
            <a:r>
              <a:rPr lang="zh-CN" altLang="en-US" dirty="0"/>
              <a:t>四级</a:t>
            </a:r>
          </a:p>
          <a:p>
            <a:pPr lvl="4">
              <a:lnSpc>
                <a:spcPct val="100000"/>
              </a:lnSpc>
              <a:spcBef>
                <a:spcPts val="1200"/>
              </a:spcBef>
            </a:pPr>
            <a:r>
              <a:rPr lang="zh-CN" altLang="en-US" dirty="0"/>
              <a:t>五级</a:t>
            </a:r>
          </a:p>
        </p:txBody>
      </p:sp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356AE594-146B-1760-F3F0-17C34A195A2A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164495" y="769095"/>
            <a:ext cx="3863007" cy="4166064"/>
          </a:xfrm>
          <a:prstGeom prst="rect">
            <a:avLst/>
          </a:prstGeom>
          <a:ln w="25400">
            <a:gradFill>
              <a:gsLst>
                <a:gs pos="68000">
                  <a:srgbClr val="4472C4"/>
                </a:gs>
                <a:gs pos="89000">
                  <a:srgbClr val="92D050"/>
                </a:gs>
                <a:gs pos="100000">
                  <a:srgbClr val="C9C828"/>
                </a:gs>
              </a:gsLst>
              <a:lin ang="6480000" scaled="0"/>
            </a:gra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>
              <a:lnSpc>
                <a:spcPct val="100000"/>
              </a:lnSpc>
              <a:spcBef>
                <a:spcPts val="1200"/>
              </a:spcBef>
              <a:def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2pPr>
            <a:lvl3pPr>
              <a:lnSpc>
                <a:spcPct val="100000"/>
              </a:lnSpc>
              <a:spcBef>
                <a:spcPts val="1200"/>
              </a:spcBef>
              <a:defRPr lang="zh-CN" altLang="en-US" sz="1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3pPr>
            <a:lvl4pPr>
              <a:lnSpc>
                <a:spcPct val="100000"/>
              </a:lnSpc>
              <a:spcBef>
                <a:spcPts val="1200"/>
              </a:spcBef>
              <a:def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4pPr>
            <a:lvl5pPr>
              <a:lnSpc>
                <a:spcPct val="100000"/>
              </a:lnSpc>
              <a:spcBef>
                <a:spcPts val="1200"/>
              </a:spcBef>
              <a:def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5pPr>
          </a:lstStyle>
          <a:p>
            <a:pPr lvl="0">
              <a:lnSpc>
                <a:spcPct val="100000"/>
              </a:lnSpc>
              <a:spcBef>
                <a:spcPts val="1200"/>
              </a:spcBef>
            </a:pPr>
            <a:r>
              <a:rPr lang="zh-CN" altLang="en-US" dirty="0"/>
              <a:t>第二栏，一级内容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zh-CN" altLang="en-US" dirty="0"/>
              <a:t>二级</a:t>
            </a:r>
          </a:p>
          <a:p>
            <a:pPr lvl="2">
              <a:lnSpc>
                <a:spcPct val="100000"/>
              </a:lnSpc>
              <a:spcBef>
                <a:spcPts val="1200"/>
              </a:spcBef>
            </a:pPr>
            <a:r>
              <a:rPr lang="zh-CN" altLang="en-US" dirty="0"/>
              <a:t>三级</a:t>
            </a:r>
          </a:p>
          <a:p>
            <a:pPr lvl="3">
              <a:lnSpc>
                <a:spcPct val="100000"/>
              </a:lnSpc>
              <a:spcBef>
                <a:spcPts val="1200"/>
              </a:spcBef>
            </a:pPr>
            <a:r>
              <a:rPr lang="zh-CN" altLang="en-US" dirty="0"/>
              <a:t>四级</a:t>
            </a:r>
          </a:p>
          <a:p>
            <a:pPr lvl="4">
              <a:lnSpc>
                <a:spcPct val="100000"/>
              </a:lnSpc>
              <a:spcBef>
                <a:spcPts val="1200"/>
              </a:spcBef>
            </a:pPr>
            <a:r>
              <a:rPr lang="zh-CN" altLang="en-US" dirty="0"/>
              <a:t>五级</a:t>
            </a:r>
          </a:p>
        </p:txBody>
      </p:sp>
      <p:sp>
        <p:nvSpPr>
          <p:cNvPr id="16" name="内容占位符 2">
            <a:extLst>
              <a:ext uri="{FF2B5EF4-FFF2-40B4-BE49-F238E27FC236}">
                <a16:creationId xmlns:a16="http://schemas.microsoft.com/office/drawing/2014/main" id="{BFD85E12-9AE0-7517-97F5-9E4C4E52DC59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175591" y="769095"/>
            <a:ext cx="3863007" cy="4166064"/>
          </a:xfrm>
          <a:prstGeom prst="rect">
            <a:avLst/>
          </a:prstGeom>
          <a:ln w="25400">
            <a:gradFill>
              <a:gsLst>
                <a:gs pos="37000">
                  <a:srgbClr val="4472C4"/>
                </a:gs>
                <a:gs pos="57000">
                  <a:srgbClr val="92D050"/>
                </a:gs>
                <a:gs pos="71000">
                  <a:srgbClr val="FFC000"/>
                </a:gs>
                <a:gs pos="100000">
                  <a:srgbClr val="FF0000"/>
                </a:gs>
              </a:gsLst>
              <a:lin ang="7200000" scaled="0"/>
            </a:gra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>
              <a:lnSpc>
                <a:spcPct val="100000"/>
              </a:lnSpc>
              <a:spcBef>
                <a:spcPts val="1200"/>
              </a:spcBef>
              <a:def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2pPr>
            <a:lvl3pPr>
              <a:lnSpc>
                <a:spcPct val="100000"/>
              </a:lnSpc>
              <a:spcBef>
                <a:spcPts val="1200"/>
              </a:spcBef>
              <a:defRPr lang="zh-CN" altLang="en-US" sz="1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3pPr>
            <a:lvl4pPr>
              <a:lnSpc>
                <a:spcPct val="100000"/>
              </a:lnSpc>
              <a:spcBef>
                <a:spcPts val="1200"/>
              </a:spcBef>
              <a:def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4pPr>
            <a:lvl5pPr>
              <a:lnSpc>
                <a:spcPct val="100000"/>
              </a:lnSpc>
              <a:spcBef>
                <a:spcPts val="1200"/>
              </a:spcBef>
              <a:def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5pPr>
          </a:lstStyle>
          <a:p>
            <a:pPr lvl="0">
              <a:lnSpc>
                <a:spcPct val="100000"/>
              </a:lnSpc>
              <a:spcBef>
                <a:spcPts val="1200"/>
              </a:spcBef>
            </a:pPr>
            <a:r>
              <a:rPr lang="zh-CN" altLang="en-US" dirty="0"/>
              <a:t>第一栏，一级内容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zh-CN" altLang="en-US" dirty="0"/>
              <a:t>二级</a:t>
            </a:r>
          </a:p>
          <a:p>
            <a:pPr lvl="2">
              <a:lnSpc>
                <a:spcPct val="100000"/>
              </a:lnSpc>
              <a:spcBef>
                <a:spcPts val="1200"/>
              </a:spcBef>
            </a:pPr>
            <a:r>
              <a:rPr lang="zh-CN" altLang="en-US" dirty="0"/>
              <a:t>三级</a:t>
            </a:r>
          </a:p>
          <a:p>
            <a:pPr lvl="3">
              <a:lnSpc>
                <a:spcPct val="100000"/>
              </a:lnSpc>
              <a:spcBef>
                <a:spcPts val="1200"/>
              </a:spcBef>
            </a:pPr>
            <a:r>
              <a:rPr lang="zh-CN" altLang="en-US" dirty="0"/>
              <a:t>四级</a:t>
            </a:r>
          </a:p>
          <a:p>
            <a:pPr lvl="4">
              <a:lnSpc>
                <a:spcPct val="100000"/>
              </a:lnSpc>
              <a:spcBef>
                <a:spcPts val="1200"/>
              </a:spcBef>
            </a:pPr>
            <a:r>
              <a:rPr lang="zh-CN" altLang="en-US" dirty="0"/>
              <a:t>五级</a:t>
            </a: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221DA8B6-065D-5077-5675-D8A968B0F53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7270" y="0"/>
            <a:ext cx="959181" cy="960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6170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标题 1">
            <a:extLst>
              <a:ext uri="{FF2B5EF4-FFF2-40B4-BE49-F238E27FC236}">
                <a16:creationId xmlns:a16="http://schemas.microsoft.com/office/drawing/2014/main" id="{638A8F94-8451-DB7B-0980-4787F34E7E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5"/>
            <a:ext cx="10787270" cy="58967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zh-CN" altLang="en-US" sz="3200" b="1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单击此处添加节标题</a:t>
            </a: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E841ABBF-929F-22C5-27A3-1DC3817CBC3E}"/>
              </a:ext>
            </a:extLst>
          </p:cNvPr>
          <p:cNvCxnSpPr>
            <a:cxnSpLocks/>
          </p:cNvCxnSpPr>
          <p:nvPr userDrawn="1"/>
        </p:nvCxnSpPr>
        <p:spPr>
          <a:xfrm>
            <a:off x="0" y="589708"/>
            <a:ext cx="12192000" cy="0"/>
          </a:xfrm>
          <a:prstGeom prst="line">
            <a:avLst/>
          </a:prstGeom>
          <a:ln w="25400">
            <a:gradFill flip="none" rotWithShape="1">
              <a:gsLst>
                <a:gs pos="100000">
                  <a:srgbClr val="FF0000"/>
                </a:gs>
                <a:gs pos="45000">
                  <a:srgbClr val="4472C4"/>
                </a:gs>
                <a:gs pos="68000">
                  <a:srgbClr val="92D050"/>
                </a:gs>
                <a:gs pos="84000">
                  <a:srgbClr val="FFC00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图片 17">
            <a:extLst>
              <a:ext uri="{FF2B5EF4-FFF2-40B4-BE49-F238E27FC236}">
                <a16:creationId xmlns:a16="http://schemas.microsoft.com/office/drawing/2014/main" id="{D328171E-1590-12EC-4503-69BA7C4C73B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7270" y="0"/>
            <a:ext cx="959181" cy="960782"/>
          </a:xfrm>
          <a:prstGeom prst="rect">
            <a:avLst/>
          </a:prstGeom>
        </p:spPr>
      </p:pic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B06405E-072D-7D6C-9292-595FACBC907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5591" y="6356350"/>
            <a:ext cx="3405809" cy="365125"/>
          </a:xfrm>
          <a:prstGeom prst="rect">
            <a:avLst/>
          </a:prstGeom>
        </p:spPr>
        <p:txBody>
          <a:bodyPr/>
          <a:lstStyle>
            <a:lvl1pPr>
              <a:defRPr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913FDBA-D011-4A12-B987-F96FF7FE29E7}" type="datetime1">
              <a:rPr lang="zh-CN" altLang="en-US" smtClean="0"/>
              <a:pPr/>
              <a:t>2025/12/31</a:t>
            </a:fld>
            <a:endParaRPr lang="zh-CN" altLang="en-US" dirty="0"/>
          </a:p>
        </p:txBody>
      </p:sp>
      <p:sp>
        <p:nvSpPr>
          <p:cNvPr id="6" name="页脚占位符 7">
            <a:extLst>
              <a:ext uri="{FF2B5EF4-FFF2-40B4-BE49-F238E27FC236}">
                <a16:creationId xmlns:a16="http://schemas.microsoft.com/office/drawing/2014/main" id="{A3B1EB92-B032-C9D1-8EB0-A2AC425AE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8">
            <a:extLst>
              <a:ext uri="{FF2B5EF4-FFF2-40B4-BE49-F238E27FC236}">
                <a16:creationId xmlns:a16="http://schemas.microsoft.com/office/drawing/2014/main" id="{89C1D09A-0B98-481E-BF7B-A105188D2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356350"/>
            <a:ext cx="3405809" cy="365125"/>
          </a:xfrm>
          <a:prstGeom prst="rect">
            <a:avLst/>
          </a:prstGeom>
        </p:spPr>
        <p:txBody>
          <a:bodyPr/>
          <a:lstStyle>
            <a:lvl1pPr algn="r">
              <a:defRPr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39EF595-E8D9-4A93-A825-2C2446B05F6B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4619886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gradFill>
          <a:gsLst>
            <a:gs pos="0">
              <a:srgbClr val="FFFFD9"/>
            </a:gs>
            <a:gs pos="100000">
              <a:srgbClr val="E2F0D9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1">
            <a:extLst>
              <a:ext uri="{FF2B5EF4-FFF2-40B4-BE49-F238E27FC236}">
                <a16:creationId xmlns:a16="http://schemas.microsoft.com/office/drawing/2014/main" id="{932F046A-F370-6BA7-D24D-E0AD1BE17FE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5591" y="6356350"/>
            <a:ext cx="3405809" cy="365125"/>
          </a:xfrm>
          <a:prstGeom prst="rect">
            <a:avLst/>
          </a:prstGeom>
        </p:spPr>
        <p:txBody>
          <a:bodyPr/>
          <a:lstStyle>
            <a:lvl1pPr>
              <a:defRPr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913FDBA-D011-4A12-B987-F96FF7FE29E7}" type="datetime1">
              <a:rPr lang="zh-CN" altLang="en-US" smtClean="0"/>
              <a:pPr/>
              <a:t>2025/12/31</a:t>
            </a:fld>
            <a:endParaRPr lang="zh-CN" altLang="en-US" dirty="0"/>
          </a:p>
        </p:txBody>
      </p:sp>
      <p:sp>
        <p:nvSpPr>
          <p:cNvPr id="6" name="页脚占位符 7">
            <a:extLst>
              <a:ext uri="{FF2B5EF4-FFF2-40B4-BE49-F238E27FC236}">
                <a16:creationId xmlns:a16="http://schemas.microsoft.com/office/drawing/2014/main" id="{C579D782-6343-4E5D-DADD-6BBE3A35E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8">
            <a:extLst>
              <a:ext uri="{FF2B5EF4-FFF2-40B4-BE49-F238E27FC236}">
                <a16:creationId xmlns:a16="http://schemas.microsoft.com/office/drawing/2014/main" id="{EB04B26B-A949-7287-F38B-CDB117906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356350"/>
            <a:ext cx="3405809" cy="365125"/>
          </a:xfrm>
          <a:prstGeom prst="rect">
            <a:avLst/>
          </a:prstGeom>
        </p:spPr>
        <p:txBody>
          <a:bodyPr/>
          <a:lstStyle>
            <a:lvl1pPr algn="r">
              <a:defRPr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39EF595-E8D9-4A93-A825-2C2446B05F6B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213884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感谢倾听">
    <p:bg>
      <p:bgPr>
        <a:gradFill>
          <a:gsLst>
            <a:gs pos="0">
              <a:srgbClr val="FFFFD9"/>
            </a:gs>
            <a:gs pos="100000">
              <a:srgbClr val="E2F0D9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6B83C003-27A0-DDBB-86DC-0060D50F608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43845"/>
          <a:stretch/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E36A4443-3F7D-7927-B752-01C4156E14A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 b="1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建议文字：感谢倾听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8C5FEB8-359B-E306-AB16-65551493E0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40411270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D9"/>
            </a:gs>
            <a:gs pos="100000">
              <a:srgbClr val="E2F0D9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1FAF007-C37C-ACB4-D148-20CD388D12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52400" y="6356350"/>
            <a:ext cx="3429000" cy="365125"/>
          </a:xfrm>
          <a:prstGeom prst="rect">
            <a:avLst/>
          </a:prstGeom>
        </p:spPr>
        <p:txBody>
          <a:bodyPr/>
          <a:lstStyle>
            <a:lvl1pPr>
              <a:defRPr lang="zh-CN" altLang="en-US" sz="1200" b="1" kern="1200" smtClean="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fld id="{0913FDBA-D011-4A12-B987-F96FF7FE29E7}" type="datetime1">
              <a:rPr lang="zh-CN" altLang="en-US" smtClean="0"/>
              <a:pPr/>
              <a:t>2025/12/31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D64E5A5-DC2B-4312-7D1E-3C4444BEA0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lang="zh-CN" altLang="en-US" sz="1200" b="1" kern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3">
            <a:extLst>
              <a:ext uri="{FF2B5EF4-FFF2-40B4-BE49-F238E27FC236}">
                <a16:creationId xmlns:a16="http://schemas.microsoft.com/office/drawing/2014/main" id="{3149166F-0A26-1C9A-4992-D93CC503B1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3429000" cy="365125"/>
          </a:xfrm>
          <a:prstGeom prst="rect">
            <a:avLst/>
          </a:prstGeom>
        </p:spPr>
        <p:txBody>
          <a:bodyPr/>
          <a:lstStyle>
            <a:lvl1pPr>
              <a:defRPr lang="zh-CN" altLang="en-US" sz="1200" b="1" kern="1200" smtClean="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algn="r"/>
            <a:fld id="{439EF595-E8D9-4A93-A825-2C2446B05F6B}" type="slidenum">
              <a:rPr lang="en-US" altLang="zh-CN" smtClean="0"/>
              <a:pPr algn="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6547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67" r:id="rId4"/>
    <p:sldLayoutId id="2147483671" r:id="rId5"/>
    <p:sldLayoutId id="2147483672" r:id="rId6"/>
    <p:sldLayoutId id="2147483673" r:id="rId7"/>
    <p:sldLayoutId id="2147483674" r:id="rId8"/>
    <p:sldLayoutId id="2147483660" r:id="rId9"/>
    <p:sldLayoutId id="2147483666" r:id="rId10"/>
    <p:sldLayoutId id="2147483669" r:id="rId11"/>
    <p:sldLayoutId id="2147483670" r:id="rId12"/>
    <p:sldLayoutId id="2147483675" r:id="rId13"/>
    <p:sldLayoutId id="2147483676" r:id="rId14"/>
    <p:sldLayoutId id="2147483661" r:id="rId15"/>
    <p:sldLayoutId id="2147483662" r:id="rId16"/>
    <p:sldLayoutId id="2147483663" r:id="rId17"/>
    <p:sldLayoutId id="2147483668" r:id="rId18"/>
    <p:sldLayoutId id="2147483677" r:id="rId19"/>
    <p:sldLayoutId id="2147483678" r:id="rId20"/>
    <p:sldLayoutId id="2147483656" r:id="rId21"/>
    <p:sldLayoutId id="2147483655" r:id="rId22"/>
    <p:sldLayoutId id="2147483658" r:id="rId23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D9"/>
            </a:gs>
            <a:gs pos="100000">
              <a:srgbClr val="E2F0D9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itle 34">
            <a:extLst>
              <a:ext uri="{FF2B5EF4-FFF2-40B4-BE49-F238E27FC236}">
                <a16:creationId xmlns:a16="http://schemas.microsoft.com/office/drawing/2014/main" id="{997B789B-A015-5F60-8BC8-AB47D5A22A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48033"/>
            <a:ext cx="9144000" cy="2387600"/>
          </a:xfrm>
        </p:spPr>
        <p:txBody>
          <a:bodyPr/>
          <a:lstStyle/>
          <a:p>
            <a:r>
              <a:rPr lang="en-US" altLang="zh-CN" dirty="0"/>
              <a:t>PPT</a:t>
            </a:r>
            <a:r>
              <a:rPr lang="zh-CN" altLang="en-US" dirty="0"/>
              <a:t>模板</a:t>
            </a:r>
          </a:p>
        </p:txBody>
      </p:sp>
      <p:sp>
        <p:nvSpPr>
          <p:cNvPr id="37" name="Subtitle 36">
            <a:extLst>
              <a:ext uri="{FF2B5EF4-FFF2-40B4-BE49-F238E27FC236}">
                <a16:creationId xmlns:a16="http://schemas.microsoft.com/office/drawing/2014/main" id="{B7677592-1746-ADC2-061B-F0231B66D1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52182"/>
            <a:ext cx="9144000" cy="1655762"/>
          </a:xfrm>
        </p:spPr>
        <p:txBody>
          <a:bodyPr/>
          <a:lstStyle/>
          <a:p>
            <a:r>
              <a:rPr lang="zh-CN" altLang="en-US" dirty="0"/>
              <a:t>汇报人：</a:t>
            </a:r>
            <a:r>
              <a:rPr lang="en-US" altLang="zh-CN" dirty="0"/>
              <a:t> </a:t>
            </a:r>
            <a:r>
              <a:rPr lang="zh-CN" altLang="en-US" dirty="0"/>
              <a:t>夕雨愁眠</a:t>
            </a:r>
            <a:endParaRPr lang="en-US" altLang="zh-CN" dirty="0"/>
          </a:p>
          <a:p>
            <a:r>
              <a:rPr lang="en-US" altLang="zh-CN" dirty="0"/>
              <a:t>2026.1.1</a:t>
            </a:r>
          </a:p>
          <a:p>
            <a:r>
              <a:rPr lang="zh-CN" altLang="en-US" dirty="0"/>
              <a:t>天津大学</a:t>
            </a:r>
          </a:p>
        </p:txBody>
      </p:sp>
      <p:pic>
        <p:nvPicPr>
          <p:cNvPr id="38" name="图片 3">
            <a:extLst>
              <a:ext uri="{FF2B5EF4-FFF2-40B4-BE49-F238E27FC236}">
                <a16:creationId xmlns:a16="http://schemas.microsoft.com/office/drawing/2014/main" id="{BE88905D-36E6-4A89-DB04-BD124E3253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9864" y="1223634"/>
            <a:ext cx="5092272" cy="1744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251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D9"/>
            </a:gs>
            <a:gs pos="100000">
              <a:schemeClr val="accent6">
                <a:lumMod val="20000"/>
                <a:lumOff val="8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>
            <a:extLst>
              <a:ext uri="{FF2B5EF4-FFF2-40B4-BE49-F238E27FC236}">
                <a16:creationId xmlns:a16="http://schemas.microsoft.com/office/drawing/2014/main" id="{1D9BB994-B298-BCBD-FCDF-3095CF5E9E0D}"/>
              </a:ext>
            </a:extLst>
          </p:cNvPr>
          <p:cNvGrpSpPr/>
          <p:nvPr/>
        </p:nvGrpSpPr>
        <p:grpSpPr>
          <a:xfrm>
            <a:off x="6442641" y="1668382"/>
            <a:ext cx="3529840" cy="3383222"/>
            <a:chOff x="2616537" y="2680302"/>
            <a:chExt cx="4482548" cy="2294086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487AA269-8BF0-89C3-8775-FDCF00BA490E}"/>
                </a:ext>
              </a:extLst>
            </p:cNvPr>
            <p:cNvSpPr txBox="1"/>
            <p:nvPr/>
          </p:nvSpPr>
          <p:spPr>
            <a:xfrm>
              <a:off x="2616537" y="2680302"/>
              <a:ext cx="4482548" cy="3547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1  </a:t>
              </a:r>
              <a:r>
                <a:rPr lang="zh-CN" altLang="en-US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背景</a:t>
              </a: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4382AE24-073E-CFAE-446A-FB6ACCCEE0C2}"/>
                </a:ext>
              </a:extLst>
            </p:cNvPr>
            <p:cNvSpPr txBox="1"/>
            <p:nvPr/>
          </p:nvSpPr>
          <p:spPr>
            <a:xfrm>
              <a:off x="2616537" y="3327028"/>
              <a:ext cx="4482548" cy="3547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2  </a:t>
              </a:r>
              <a:r>
                <a:rPr lang="zh-CN" altLang="en-US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实验设置</a:t>
              </a:r>
            </a:p>
          </p:txBody>
        </p:sp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23B51553-16AF-214A-18D8-3BCD0D87FA4B}"/>
                </a:ext>
              </a:extLst>
            </p:cNvPr>
            <p:cNvSpPr txBox="1"/>
            <p:nvPr/>
          </p:nvSpPr>
          <p:spPr>
            <a:xfrm>
              <a:off x="2616537" y="3973754"/>
              <a:ext cx="4482548" cy="3547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3  </a:t>
              </a:r>
              <a:r>
                <a:rPr lang="zh-CN" altLang="en-US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结果讨论</a:t>
              </a:r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AE3A72B9-8FF4-A123-2D6F-5DD5EE9A9B78}"/>
                </a:ext>
              </a:extLst>
            </p:cNvPr>
            <p:cNvSpPr txBox="1"/>
            <p:nvPr/>
          </p:nvSpPr>
          <p:spPr>
            <a:xfrm>
              <a:off x="2616537" y="4619604"/>
              <a:ext cx="4482548" cy="3547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4  </a:t>
              </a:r>
              <a:r>
                <a:rPr lang="zh-CN" altLang="en-US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致谢</a:t>
              </a:r>
            </a:p>
          </p:txBody>
        </p:sp>
      </p:grpSp>
      <p:sp>
        <p:nvSpPr>
          <p:cNvPr id="20" name="矩形 19">
            <a:extLst>
              <a:ext uri="{FF2B5EF4-FFF2-40B4-BE49-F238E27FC236}">
                <a16:creationId xmlns:a16="http://schemas.microsoft.com/office/drawing/2014/main" id="{F991F1C7-0E21-5934-AF56-F92F1B1F60F6}"/>
              </a:ext>
            </a:extLst>
          </p:cNvPr>
          <p:cNvSpPr/>
          <p:nvPr/>
        </p:nvSpPr>
        <p:spPr>
          <a:xfrm>
            <a:off x="5693890" y="1203612"/>
            <a:ext cx="5027342" cy="4312762"/>
          </a:xfrm>
          <a:prstGeom prst="rect">
            <a:avLst/>
          </a:prstGeom>
          <a:noFill/>
          <a:ln w="25400">
            <a:gradFill flip="none" rotWithShape="1">
              <a:gsLst>
                <a:gs pos="100000">
                  <a:srgbClr val="FF0000"/>
                </a:gs>
                <a:gs pos="31000">
                  <a:srgbClr val="4472C4"/>
                </a:gs>
                <a:gs pos="58000">
                  <a:srgbClr val="92D050"/>
                </a:gs>
                <a:gs pos="80000">
                  <a:srgbClr val="FFC000"/>
                </a:gs>
              </a:gsLst>
              <a:lin ang="2700000" scaled="0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0843D4D-5345-BA3E-20D6-675690BBEE87}"/>
              </a:ext>
            </a:extLst>
          </p:cNvPr>
          <p:cNvGrpSpPr/>
          <p:nvPr/>
        </p:nvGrpSpPr>
        <p:grpSpPr>
          <a:xfrm>
            <a:off x="1960777" y="1737691"/>
            <a:ext cx="2696286" cy="1946282"/>
            <a:chOff x="1960777" y="1737691"/>
            <a:chExt cx="2696286" cy="1946282"/>
          </a:xfrm>
        </p:grpSpPr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985C9AF5-5376-D9B4-CD83-9A30EA124639}"/>
                </a:ext>
              </a:extLst>
            </p:cNvPr>
            <p:cNvSpPr txBox="1"/>
            <p:nvPr/>
          </p:nvSpPr>
          <p:spPr>
            <a:xfrm rot="16200000">
              <a:off x="2662589" y="1035879"/>
              <a:ext cx="1292662" cy="2696285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dist"/>
              <a:r>
                <a:rPr lang="zh-CN" altLang="en-US" sz="7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目录</a:t>
              </a: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D19FC76A-C273-E86B-65F0-F6A949A997A5}"/>
                </a:ext>
              </a:extLst>
            </p:cNvPr>
            <p:cNvSpPr txBox="1"/>
            <p:nvPr/>
          </p:nvSpPr>
          <p:spPr>
            <a:xfrm rot="16200000">
              <a:off x="2908810" y="1935721"/>
              <a:ext cx="800219" cy="2696286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dist"/>
              <a:r>
                <a:rPr lang="en-US" altLang="zh-CN" sz="4000" b="1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+mn-ea"/>
                  <a:sym typeface="+mn-lt"/>
                </a:rPr>
                <a:t>CATALOG</a:t>
              </a:r>
              <a:endParaRPr lang="zh-CN" altLang="en-US" sz="4000" b="1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753570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BAC900D-8CC0-20B6-E017-EB3105D85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r>
              <a:rPr lang="zh-CN" altLang="en-US"/>
              <a:t>背景</a:t>
            </a:r>
            <a:endParaRPr lang="zh-CN" alt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1DF074-EA74-A46B-7D29-38B30065B6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2624272" cy="1500187"/>
          </a:xfrm>
        </p:spPr>
        <p:txBody>
          <a:bodyPr/>
          <a:lstStyle/>
          <a:p>
            <a:pPr algn="dist"/>
            <a:r>
              <a:rPr lang="en-US" altLang="zh-CN"/>
              <a:t>Background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100389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2868F-469B-2D0C-E794-113570374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"/>
            <a:ext cx="10787270" cy="589673"/>
          </a:xfrm>
        </p:spPr>
        <p:txBody>
          <a:bodyPr/>
          <a:lstStyle/>
          <a:p>
            <a:r>
              <a:rPr lang="zh-CN" altLang="en-US" dirty="0"/>
              <a:t>背景介绍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AB1C38-6BB9-6EB7-50A0-766548401A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5591" y="6356350"/>
            <a:ext cx="3405809" cy="365125"/>
          </a:xfrm>
        </p:spPr>
        <p:txBody>
          <a:bodyPr/>
          <a:lstStyle/>
          <a:p>
            <a:fld id="{0913FDBA-D011-4A12-B987-F96FF7FE29E7}" type="datetime1">
              <a:rPr lang="zh-CN" altLang="en-US" smtClean="0"/>
              <a:pPr/>
              <a:t>2025/12/31</a:t>
            </a:fld>
            <a:endParaRPr lang="zh-CN" alt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30753D-8B51-C8C5-6CEF-BA6A3C416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356350"/>
            <a:ext cx="3405809" cy="365125"/>
          </a:xfrm>
        </p:spPr>
        <p:txBody>
          <a:bodyPr/>
          <a:lstStyle/>
          <a:p>
            <a:fld id="{439EF595-E8D9-4A93-A825-2C2446B05F6B}" type="slidenum">
              <a:rPr lang="en-US" altLang="zh-CN" smtClean="0"/>
              <a:pPr/>
              <a:t>4</a:t>
            </a:fld>
            <a:endParaRPr lang="zh-CN" alt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53F206-E7FD-079B-293B-39B4374F067C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175591" y="769096"/>
            <a:ext cx="11840817" cy="1113416"/>
          </a:xfrm>
        </p:spPr>
        <p:txBody>
          <a:bodyPr/>
          <a:lstStyle/>
          <a:p>
            <a:r>
              <a:rPr lang="zh-CN" altLang="en-US" dirty="0"/>
              <a:t>模拟器环境与 </a:t>
            </a:r>
            <a:r>
              <a:rPr lang="en-US" altLang="zh-CN" dirty="0"/>
              <a:t>ADB </a:t>
            </a:r>
            <a:r>
              <a:rPr lang="zh-CN" altLang="en-US" dirty="0"/>
              <a:t>控制：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4DBF6-DDBB-8B64-4367-A8BA84DA00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153400" y="2010899"/>
            <a:ext cx="3863008" cy="4166064"/>
          </a:xfrm>
        </p:spPr>
        <p:txBody>
          <a:bodyPr/>
          <a:lstStyle/>
          <a:p>
            <a:r>
              <a:rPr lang="zh-CN" altLang="en-US" dirty="0"/>
              <a:t>包括但不限于：</a:t>
            </a:r>
          </a:p>
          <a:p>
            <a:pPr lvl="1"/>
            <a:r>
              <a:rPr lang="zh-CN" altLang="en-US" dirty="0"/>
              <a:t>标题：商品标题或笔记标题文本；</a:t>
            </a:r>
          </a:p>
          <a:p>
            <a:pPr lvl="1"/>
            <a:r>
              <a:rPr lang="zh-CN" altLang="en-US" dirty="0"/>
              <a:t>图片：商品主图或笔记封面图片中的关键信息；</a:t>
            </a:r>
          </a:p>
          <a:p>
            <a:pPr lvl="1"/>
            <a:r>
              <a:rPr lang="zh-CN" altLang="en-US" dirty="0"/>
              <a:t>描述：商品详情描述文本或笔记正文内容；</a:t>
            </a:r>
          </a:p>
          <a:p>
            <a:pPr lvl="1"/>
            <a:r>
              <a:rPr lang="zh-CN" altLang="en-US" dirty="0"/>
              <a:t>评论：评论区的用户评论文本（需要能够抓取评论并进行分析）。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22DFA8B-A8CD-08E7-919C-3851722D2F10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164495" y="2017986"/>
            <a:ext cx="3863007" cy="4166064"/>
          </a:xfrm>
        </p:spPr>
        <p:txBody>
          <a:bodyPr/>
          <a:lstStyle/>
          <a:p>
            <a:r>
              <a:rPr lang="zh-CN" altLang="en-US" dirty="0"/>
              <a:t>多模态界面内容解析</a:t>
            </a:r>
            <a:endParaRPr lang="en-US" altLang="zh-CN" dirty="0"/>
          </a:p>
          <a:p>
            <a:r>
              <a:rPr lang="zh-CN" altLang="en-US" dirty="0"/>
              <a:t>利用多模态模型（推荐使用如 </a:t>
            </a:r>
            <a:r>
              <a:rPr lang="en-US" altLang="zh-CN" dirty="0"/>
              <a:t>BLIP</a:t>
            </a:r>
            <a:r>
              <a:rPr lang="zh-CN" altLang="en-US" dirty="0"/>
              <a:t>、</a:t>
            </a:r>
            <a:r>
              <a:rPr lang="en-US" altLang="zh-CN" dirty="0"/>
              <a:t>MiniGPT-4</a:t>
            </a:r>
            <a:r>
              <a:rPr lang="zh-CN" altLang="en-US" dirty="0"/>
              <a:t>、</a:t>
            </a:r>
            <a:r>
              <a:rPr lang="en-US" altLang="zh-CN" dirty="0"/>
              <a:t>IDEFICS </a:t>
            </a:r>
            <a:r>
              <a:rPr lang="zh-CN" altLang="en-US" dirty="0"/>
              <a:t>等视觉</a:t>
            </a:r>
            <a:r>
              <a:rPr lang="en-US" altLang="zh-CN" dirty="0"/>
              <a:t>-</a:t>
            </a:r>
            <a:r>
              <a:rPr lang="zh-CN" altLang="en-US" dirty="0"/>
              <a:t>语言模型），对应用界面的截图及 </a:t>
            </a:r>
            <a:r>
              <a:rPr lang="en-US" altLang="zh-CN" dirty="0"/>
              <a:t>OCR </a:t>
            </a:r>
            <a:r>
              <a:rPr lang="zh-CN" altLang="en-US" dirty="0"/>
              <a:t>提取的文字进行联合分析，理解页面内容。</a:t>
            </a:r>
          </a:p>
        </p:txBody>
      </p:sp>
      <p:sp>
        <p:nvSpPr>
          <p:cNvPr id="57" name="Content Placeholder 56">
            <a:extLst>
              <a:ext uri="{FF2B5EF4-FFF2-40B4-BE49-F238E27FC236}">
                <a16:creationId xmlns:a16="http://schemas.microsoft.com/office/drawing/2014/main" id="{7DCD91D5-7477-A0C0-AF90-B3221D6FB26B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r>
              <a:rPr lang="en-US" altLang="zh-CN" dirty="0"/>
              <a:t>Agent </a:t>
            </a:r>
            <a:r>
              <a:rPr lang="zh-CN" altLang="en-US" dirty="0"/>
              <a:t>能在安卓模拟器中运行，并通过 </a:t>
            </a:r>
            <a:r>
              <a:rPr lang="en-US" altLang="zh-CN" dirty="0"/>
              <a:t>ADB</a:t>
            </a:r>
            <a:r>
              <a:rPr lang="zh-CN" altLang="en-US" dirty="0"/>
              <a:t>（</a:t>
            </a:r>
            <a:r>
              <a:rPr lang="en-US" altLang="zh-CN" dirty="0"/>
              <a:t>Android </a:t>
            </a:r>
            <a:r>
              <a:rPr lang="zh-CN" altLang="en-US" dirty="0"/>
              <a:t>调试桥）指令控制应用的启动和操作。</a:t>
            </a:r>
            <a:r>
              <a:rPr lang="en-US" altLang="zh-CN" dirty="0"/>
              <a:t>Agent </a:t>
            </a:r>
            <a:r>
              <a:rPr lang="zh-CN" altLang="en-US" dirty="0"/>
              <a:t>应自动启动闲鱼或小红书 </a:t>
            </a:r>
            <a:r>
              <a:rPr lang="en-US" altLang="zh-CN" dirty="0"/>
              <a:t>App</a:t>
            </a:r>
            <a:r>
              <a:rPr lang="zh-CN" altLang="en-US" dirty="0"/>
              <a:t>，进入搜索界面，输入关键词“得到”进行搜索，并控制页面滚动浏览搜索结果列表，必要时点击进入具体商品或笔记详情页面。</a:t>
            </a:r>
          </a:p>
        </p:txBody>
      </p:sp>
    </p:spTree>
    <p:extLst>
      <p:ext uri="{BB962C8B-B14F-4D97-AF65-F5344CB8AC3E}">
        <p14:creationId xmlns:p14="http://schemas.microsoft.com/office/powerpoint/2010/main" val="4182401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ED5011-F63F-D7F1-29F0-91FFDBEAF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FD0E2CCB-D4B8-4B5A-853A-4C8F4268B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r>
              <a:rPr lang="zh-CN" altLang="en-US" dirty="0"/>
              <a:t>实验设置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C1689E-50A3-AB97-8008-ED7866AE7D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4163770" cy="1500187"/>
          </a:xfrm>
        </p:spPr>
        <p:txBody>
          <a:bodyPr/>
          <a:lstStyle/>
          <a:p>
            <a:pPr algn="dist"/>
            <a:r>
              <a:rPr lang="en-US" altLang="zh-CN" dirty="0"/>
              <a:t>Experimental Setup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441342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4527603-D15A-84C0-98E5-36B2E48CB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"/>
            <a:ext cx="10787270" cy="589673"/>
          </a:xfrm>
        </p:spPr>
        <p:txBody>
          <a:bodyPr/>
          <a:lstStyle/>
          <a:p>
            <a:r>
              <a:rPr lang="en-US" altLang="zh-CN" dirty="0"/>
              <a:t>PIV</a:t>
            </a:r>
            <a:r>
              <a:rPr lang="zh-CN" altLang="en-US" dirty="0"/>
              <a:t>原理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79DDC-6826-9B8B-BEC6-DEA922B3225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5591" y="6356350"/>
            <a:ext cx="3405809" cy="365125"/>
          </a:xfrm>
        </p:spPr>
        <p:txBody>
          <a:bodyPr/>
          <a:lstStyle/>
          <a:p>
            <a:fld id="{0913FDBA-D011-4A12-B987-F96FF7FE29E7}" type="datetime1">
              <a:rPr lang="zh-CN" altLang="en-US" smtClean="0"/>
              <a:pPr/>
              <a:t>2025/12/31</a:t>
            </a:fld>
            <a:endParaRPr lang="zh-CN" alt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574986-7F01-BB16-8B0B-13478AB7A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356350"/>
            <a:ext cx="3405809" cy="365125"/>
          </a:xfrm>
        </p:spPr>
        <p:txBody>
          <a:bodyPr/>
          <a:lstStyle/>
          <a:p>
            <a:fld id="{439EF595-E8D9-4A93-A825-2C2446B05F6B}" type="slidenum">
              <a:rPr lang="en-US" altLang="zh-CN" smtClean="0"/>
              <a:pPr/>
              <a:t>6</a:t>
            </a:fld>
            <a:endParaRPr lang="zh-CN" alt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AEB8724-72E3-1A37-9774-9438AC9FB964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175591" y="769095"/>
            <a:ext cx="5844209" cy="5414955"/>
          </a:xfrm>
        </p:spPr>
        <p:txBody>
          <a:bodyPr/>
          <a:lstStyle/>
          <a:p>
            <a:r>
              <a:rPr lang="en-US" altLang="zh-CN" dirty="0"/>
              <a:t>PIV</a:t>
            </a:r>
            <a:r>
              <a:rPr lang="zh-CN" altLang="en-US" dirty="0"/>
              <a:t>原理介绍：</a:t>
            </a:r>
            <a:endParaRPr lang="en-US" altLang="zh-CN" dirty="0"/>
          </a:p>
          <a:p>
            <a:pPr lvl="1"/>
            <a:r>
              <a:rPr lang="en-US" altLang="zh-CN" dirty="0"/>
              <a:t>PIV</a:t>
            </a:r>
            <a:r>
              <a:rPr lang="zh-CN" altLang="en-US" dirty="0"/>
              <a:t>粒子图像测速系统（</a:t>
            </a:r>
            <a:r>
              <a:rPr lang="en-US" altLang="zh-CN" dirty="0"/>
              <a:t>Particle Image Velocimetry</a:t>
            </a:r>
            <a:r>
              <a:rPr lang="zh-CN" altLang="en-US" dirty="0"/>
              <a:t>，简称</a:t>
            </a:r>
            <a:r>
              <a:rPr lang="en-US" altLang="zh-CN" dirty="0"/>
              <a:t>PIV</a:t>
            </a:r>
            <a:r>
              <a:rPr lang="zh-CN" altLang="en-US" dirty="0"/>
              <a:t>）是一种基于示踪粒子位移分析的非接触性物理性能测试仪器。</a:t>
            </a:r>
          </a:p>
          <a:p>
            <a:pPr lvl="1"/>
            <a:r>
              <a:rPr lang="zh-CN" altLang="en-US" dirty="0"/>
              <a:t>该系统通过激光片光照亮流场中的示踪粒子，利用高速相机记录粒子图像序列，结合图像分析软件计算相邻脉冲间的粒子位移，最终获取流场中不同位置的速度向量分布信息。其技术特点包括瞬态测量、高空间分辨率以及全流场数据同步获取，能够克服传统单点测速技术的局限性。根据测量维度可分为二维和三维系统，其中三维系统通过合成两套二维速度场数据重建三维流场。</a:t>
            </a:r>
          </a:p>
        </p:txBody>
      </p:sp>
      <p:pic>
        <p:nvPicPr>
          <p:cNvPr id="1032" name="Picture 8" descr="实验详情">
            <a:extLst>
              <a:ext uri="{FF2B5EF4-FFF2-40B4-BE49-F238E27FC236}">
                <a16:creationId xmlns:a16="http://schemas.microsoft.com/office/drawing/2014/main" id="{AA71CDE0-1EA5-7337-AA70-5D4ED994CA38}"/>
              </a:ext>
            </a:extLst>
          </p:cNvPr>
          <p:cNvPicPr>
            <a:picLocks noGrp="1" noChangeAspect="1" noChangeArrowheads="1"/>
          </p:cNvPicPr>
          <p:nvPr>
            <p:ph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72200" y="1384093"/>
            <a:ext cx="5843588" cy="418347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24876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0A6A5AC-3292-C91E-56B9-1BEA09BD0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结果讨论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1904238-D983-0B80-C571-BABF641BEF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3833139" cy="1500187"/>
          </a:xfrm>
        </p:spPr>
        <p:txBody>
          <a:bodyPr/>
          <a:lstStyle/>
          <a:p>
            <a:pPr algn="dist"/>
            <a:r>
              <a:rPr lang="en-US" altLang="zh-CN" dirty="0"/>
              <a:t>Results Discussion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788741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CC65853-07CE-C1CF-0FBA-C54A7EFFF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结果讨论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A1F8BF-E5EA-6130-E3D6-C9D81DD1F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3FDBA-D011-4A12-B987-F96FF7FE29E7}" type="datetime1">
              <a:rPr lang="zh-CN" altLang="en-US" smtClean="0"/>
              <a:pPr/>
              <a:t>2025/12/31</a:t>
            </a:fld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694932-FE58-75B1-70A6-992C42C96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EF595-E8D9-4A93-A825-2C2446B05F6B}" type="slidenum">
              <a:rPr lang="en-US" altLang="zh-CN" smtClean="0"/>
              <a:pPr/>
              <a:t>8</a:t>
            </a:fld>
            <a:endParaRPr lang="zh-CN" alt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355633D-B0A1-12BF-01AB-69793BA6145E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zh-CN" altLang="en-US" b="1" dirty="0"/>
              <a:t>总结：得到了某结果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A0A492B-A79C-BDC7-0A45-3E02670880E1}"/>
              </a:ext>
            </a:extLst>
          </p:cNvPr>
          <p:cNvSpPr>
            <a:spLocks noGrp="1"/>
          </p:cNvSpPr>
          <p:nvPr>
            <p:ph idx="16"/>
          </p:nvPr>
        </p:nvSpPr>
        <p:spPr/>
        <p:txBody>
          <a:bodyPr/>
          <a:lstStyle/>
          <a:p>
            <a:r>
              <a:rPr lang="zh-CN" altLang="en-US" dirty="0"/>
              <a:t>结论</a:t>
            </a:r>
            <a:r>
              <a:rPr lang="en-US" altLang="zh-CN" dirty="0"/>
              <a:t>1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/>
            <a:r>
              <a:rPr lang="zh-CN" altLang="en-US" dirty="0"/>
              <a:t>结论</a:t>
            </a:r>
            <a:endParaRPr lang="en-US" altLang="zh-CN" dirty="0"/>
          </a:p>
          <a:p>
            <a:pPr lvl="1"/>
            <a:r>
              <a:rPr lang="zh-CN" altLang="en-US" dirty="0"/>
              <a:t>结论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4F070B9-9BBC-76D0-A5BB-6E538CC3A418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r>
              <a:rPr lang="zh-CN" altLang="en-US" dirty="0"/>
              <a:t>结论</a:t>
            </a:r>
            <a:r>
              <a:rPr lang="en-US" altLang="zh-CN" dirty="0"/>
              <a:t>2</a:t>
            </a:r>
          </a:p>
          <a:p>
            <a:pPr lvl="1"/>
            <a:r>
              <a:rPr lang="zh-CN" altLang="en-US" dirty="0"/>
              <a:t>结论</a:t>
            </a:r>
            <a:endParaRPr lang="en-US" altLang="zh-CN" dirty="0"/>
          </a:p>
          <a:p>
            <a:pPr lvl="1"/>
            <a:r>
              <a:rPr lang="zh-CN" altLang="en-US" dirty="0"/>
              <a:t>结论</a:t>
            </a:r>
          </a:p>
        </p:txBody>
      </p:sp>
    </p:spTree>
    <p:extLst>
      <p:ext uri="{BB962C8B-B14F-4D97-AF65-F5344CB8AC3E}">
        <p14:creationId xmlns:p14="http://schemas.microsoft.com/office/powerpoint/2010/main" val="19149111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36A73-034B-5643-67B7-07300D5A2D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r>
              <a:rPr lang="zh-CN" altLang="en-US" dirty="0"/>
              <a:t>　感谢倾听！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210142-F872-BC5F-03CD-E1CF7D46D0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r>
              <a:rPr lang="zh-CN" altLang="en-US" dirty="0"/>
              <a:t>汇报人：夕雨愁眠</a:t>
            </a:r>
          </a:p>
          <a:p>
            <a:r>
              <a:rPr lang="en-US" altLang="zh-CN" dirty="0"/>
              <a:t>2026.1.1</a:t>
            </a:r>
          </a:p>
          <a:p>
            <a:r>
              <a:rPr lang="zh-CN" altLang="en-US" dirty="0"/>
              <a:t>天津大学</a:t>
            </a:r>
          </a:p>
        </p:txBody>
      </p:sp>
      <p:cxnSp>
        <p:nvCxnSpPr>
          <p:cNvPr id="4" name="直接连接符 2">
            <a:extLst>
              <a:ext uri="{FF2B5EF4-FFF2-40B4-BE49-F238E27FC236}">
                <a16:creationId xmlns:a16="http://schemas.microsoft.com/office/drawing/2014/main" id="{B4EEE327-9721-B482-BEDD-5DA977B93E48}"/>
              </a:ext>
            </a:extLst>
          </p:cNvPr>
          <p:cNvCxnSpPr>
            <a:cxnSpLocks/>
          </p:cNvCxnSpPr>
          <p:nvPr/>
        </p:nvCxnSpPr>
        <p:spPr>
          <a:xfrm>
            <a:off x="3148760" y="3534413"/>
            <a:ext cx="5894485" cy="0"/>
          </a:xfrm>
          <a:prstGeom prst="line">
            <a:avLst/>
          </a:prstGeom>
          <a:ln w="25400">
            <a:gradFill flip="none" rotWithShape="1">
              <a:gsLst>
                <a:gs pos="99000">
                  <a:srgbClr val="FF0000"/>
                </a:gs>
                <a:gs pos="21000">
                  <a:srgbClr val="4472C4"/>
                </a:gs>
                <a:gs pos="51000">
                  <a:srgbClr val="92D050"/>
                </a:gs>
                <a:gs pos="76000">
                  <a:srgbClr val="FFC00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9690766"/>
      </p:ext>
    </p:extLst>
  </p:cSld>
  <p:clrMapOvr>
    <a:masterClrMapping/>
  </p:clrMapOvr>
</p:sld>
</file>

<file path=ppt/theme/theme1.xml><?xml version="1.0" encoding="utf-8"?>
<a:theme xmlns:a="http://schemas.openxmlformats.org/drawingml/2006/main" name="王芊翔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4095</TotalTime>
  <Words>377</Words>
  <Application>Microsoft Office PowerPoint</Application>
  <PresentationFormat>Widescreen</PresentationFormat>
  <Paragraphs>49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等线</vt:lpstr>
      <vt:lpstr>微软雅黑</vt:lpstr>
      <vt:lpstr>Arial</vt:lpstr>
      <vt:lpstr>Times New Roman</vt:lpstr>
      <vt:lpstr>王芊翔</vt:lpstr>
      <vt:lpstr>PPT模板</vt:lpstr>
      <vt:lpstr>PowerPoint Presentation</vt:lpstr>
      <vt:lpstr>背景</vt:lpstr>
      <vt:lpstr>背景介绍</vt:lpstr>
      <vt:lpstr>实验设置</vt:lpstr>
      <vt:lpstr>PIV原理</vt:lpstr>
      <vt:lpstr>结果讨论</vt:lpstr>
      <vt:lpstr>结果讨论</vt:lpstr>
      <vt:lpstr>　感谢倾听！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国家奖学金评选</dc:title>
  <dc:creator>愁眠 夕雨</dc:creator>
  <cp:lastModifiedBy>愁眠 夕雨</cp:lastModifiedBy>
  <cp:revision>798</cp:revision>
  <dcterms:created xsi:type="dcterms:W3CDTF">2023-09-13T06:39:49Z</dcterms:created>
  <dcterms:modified xsi:type="dcterms:W3CDTF">2025-12-31T14:22:03Z</dcterms:modified>
</cp:coreProperties>
</file>